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6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2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2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6491C-7F2F-4DBD-95C6-FA1AE228734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08DAE0-4175-4DB2-BDBF-A6079DEB733E}">
      <dgm:prSet/>
      <dgm:spPr/>
      <dgm:t>
        <a:bodyPr/>
        <a:lstStyle/>
        <a:p>
          <a:r>
            <a:rPr lang="en-US"/>
            <a:t>Goal: Choose foundation models resembling BloombergGPT.</a:t>
          </a:r>
        </a:p>
      </dgm:t>
    </dgm:pt>
    <dgm:pt modelId="{9DBB0E30-B67A-4460-9DDB-64BEB880CA03}" type="parTrans" cxnId="{A82E880E-AF44-4154-8D3D-B510744BD0D7}">
      <dgm:prSet/>
      <dgm:spPr/>
      <dgm:t>
        <a:bodyPr/>
        <a:lstStyle/>
        <a:p>
          <a:endParaRPr lang="en-US"/>
        </a:p>
      </dgm:t>
    </dgm:pt>
    <dgm:pt modelId="{132D217D-86E8-4F2C-9E97-ED4C0BCE0EFC}" type="sibTrans" cxnId="{A82E880E-AF44-4154-8D3D-B510744BD0D7}">
      <dgm:prSet/>
      <dgm:spPr/>
      <dgm:t>
        <a:bodyPr/>
        <a:lstStyle/>
        <a:p>
          <a:endParaRPr lang="en-US"/>
        </a:p>
      </dgm:t>
    </dgm:pt>
    <dgm:pt modelId="{6875033D-0ADE-4473-AEFC-65BA8F4869CE}">
      <dgm:prSet/>
      <dgm:spPr/>
      <dgm:t>
        <a:bodyPr/>
        <a:lstStyle/>
        <a:p>
          <a:r>
            <a:rPr lang="en-US"/>
            <a:t>Options:</a:t>
          </a:r>
        </a:p>
      </dgm:t>
    </dgm:pt>
    <dgm:pt modelId="{7BC6F59E-D34E-4033-8ACC-7001A6678AB6}" type="parTrans" cxnId="{CA3ED89F-DB0F-448A-8EEA-87C307F14EDA}">
      <dgm:prSet/>
      <dgm:spPr/>
      <dgm:t>
        <a:bodyPr/>
        <a:lstStyle/>
        <a:p>
          <a:endParaRPr lang="en-US"/>
        </a:p>
      </dgm:t>
    </dgm:pt>
    <dgm:pt modelId="{38BE05F1-14D8-46BF-AA7C-9FFBB09CD103}" type="sibTrans" cxnId="{CA3ED89F-DB0F-448A-8EEA-87C307F14EDA}">
      <dgm:prSet/>
      <dgm:spPr/>
      <dgm:t>
        <a:bodyPr/>
        <a:lstStyle/>
        <a:p>
          <a:endParaRPr lang="en-US"/>
        </a:p>
      </dgm:t>
    </dgm:pt>
    <dgm:pt modelId="{0E9A7C04-2364-485F-A49D-8E1F0D0490E7}">
      <dgm:prSet/>
      <dgm:spPr/>
      <dgm:t>
        <a:bodyPr/>
        <a:lstStyle/>
        <a:p>
          <a:r>
            <a:rPr lang="en-US"/>
            <a:t>• FinGPT – Open financial LLM with FinPile dataset.</a:t>
          </a:r>
        </a:p>
      </dgm:t>
    </dgm:pt>
    <dgm:pt modelId="{0EFC1D6F-0747-43FD-8668-E1ED7269F937}" type="parTrans" cxnId="{E4B41453-9AD3-4974-885F-17D584286BF9}">
      <dgm:prSet/>
      <dgm:spPr/>
      <dgm:t>
        <a:bodyPr/>
        <a:lstStyle/>
        <a:p>
          <a:endParaRPr lang="en-US"/>
        </a:p>
      </dgm:t>
    </dgm:pt>
    <dgm:pt modelId="{F38F332E-DA58-4472-996A-E4292430E529}" type="sibTrans" cxnId="{E4B41453-9AD3-4974-885F-17D584286BF9}">
      <dgm:prSet/>
      <dgm:spPr/>
      <dgm:t>
        <a:bodyPr/>
        <a:lstStyle/>
        <a:p>
          <a:endParaRPr lang="en-US"/>
        </a:p>
      </dgm:t>
    </dgm:pt>
    <dgm:pt modelId="{C4FD3DE2-516D-4D04-AF67-69BE6DB71F5C}">
      <dgm:prSet/>
      <dgm:spPr/>
      <dgm:t>
        <a:bodyPr/>
        <a:lstStyle/>
        <a:p>
          <a:r>
            <a:rPr lang="en-US"/>
            <a:t>• FinBERT – Sentiment-focused financial model.</a:t>
          </a:r>
        </a:p>
      </dgm:t>
    </dgm:pt>
    <dgm:pt modelId="{D93CB24B-4DFF-44D3-A9CC-5E713AFF25A6}" type="parTrans" cxnId="{8E620341-6B29-408E-8CC5-207C2DB0DDDE}">
      <dgm:prSet/>
      <dgm:spPr/>
      <dgm:t>
        <a:bodyPr/>
        <a:lstStyle/>
        <a:p>
          <a:endParaRPr lang="en-US"/>
        </a:p>
      </dgm:t>
    </dgm:pt>
    <dgm:pt modelId="{2829EA54-5A89-4359-9F1D-E8A9CAB7CB1B}" type="sibTrans" cxnId="{8E620341-6B29-408E-8CC5-207C2DB0DDDE}">
      <dgm:prSet/>
      <dgm:spPr/>
      <dgm:t>
        <a:bodyPr/>
        <a:lstStyle/>
        <a:p>
          <a:endParaRPr lang="en-US"/>
        </a:p>
      </dgm:t>
    </dgm:pt>
    <dgm:pt modelId="{B7FCC42D-53C0-4113-9F6B-494AB085E6D1}">
      <dgm:prSet/>
      <dgm:spPr/>
      <dgm:t>
        <a:bodyPr/>
        <a:lstStyle/>
        <a:p>
          <a:r>
            <a:rPr lang="en-US"/>
            <a:t>• Toolformer-style GPT-J – Learns to call APIs.</a:t>
          </a:r>
        </a:p>
      </dgm:t>
    </dgm:pt>
    <dgm:pt modelId="{73990792-E7B3-48A4-B18B-D6DB03CBF39A}" type="parTrans" cxnId="{54BB854E-0A7A-4316-A002-83D5BB29A115}">
      <dgm:prSet/>
      <dgm:spPr/>
      <dgm:t>
        <a:bodyPr/>
        <a:lstStyle/>
        <a:p>
          <a:endParaRPr lang="en-US"/>
        </a:p>
      </dgm:t>
    </dgm:pt>
    <dgm:pt modelId="{C7CA90D5-89A3-4FB7-80D5-3B2EFA7746D1}" type="sibTrans" cxnId="{54BB854E-0A7A-4316-A002-83D5BB29A115}">
      <dgm:prSet/>
      <dgm:spPr/>
      <dgm:t>
        <a:bodyPr/>
        <a:lstStyle/>
        <a:p>
          <a:endParaRPr lang="en-US"/>
        </a:p>
      </dgm:t>
    </dgm:pt>
    <dgm:pt modelId="{9EB3D36E-797A-41F1-A9BD-DCE2E464B92E}">
      <dgm:prSet/>
      <dgm:spPr/>
      <dgm:t>
        <a:bodyPr/>
        <a:lstStyle/>
        <a:p>
          <a:r>
            <a:rPr lang="en-US"/>
            <a:t>BloombergGPT: 50B params, 70 layers, BLOOM architecture.</a:t>
          </a:r>
        </a:p>
      </dgm:t>
    </dgm:pt>
    <dgm:pt modelId="{AD3BC996-910D-487F-B855-2D93B30DFDB3}" type="parTrans" cxnId="{C49DE30A-351F-401F-B580-AA01BD83AA4E}">
      <dgm:prSet/>
      <dgm:spPr/>
      <dgm:t>
        <a:bodyPr/>
        <a:lstStyle/>
        <a:p>
          <a:endParaRPr lang="en-US"/>
        </a:p>
      </dgm:t>
    </dgm:pt>
    <dgm:pt modelId="{4793A299-E8F3-4626-9105-21B29911D08F}" type="sibTrans" cxnId="{C49DE30A-351F-401F-B580-AA01BD83AA4E}">
      <dgm:prSet/>
      <dgm:spPr/>
      <dgm:t>
        <a:bodyPr/>
        <a:lstStyle/>
        <a:p>
          <a:endParaRPr lang="en-US"/>
        </a:p>
      </dgm:t>
    </dgm:pt>
    <dgm:pt modelId="{C7EAE98B-1A66-45D1-ADBD-4DAE5FCF88DC}" type="pres">
      <dgm:prSet presAssocID="{E616491C-7F2F-4DBD-95C6-FA1AE2287341}" presName="Name0" presStyleCnt="0">
        <dgm:presLayoutVars>
          <dgm:dir/>
          <dgm:resizeHandles val="exact"/>
        </dgm:presLayoutVars>
      </dgm:prSet>
      <dgm:spPr/>
    </dgm:pt>
    <dgm:pt modelId="{460FE439-5D0A-45F1-B71B-1A2226BB762A}" type="pres">
      <dgm:prSet presAssocID="{C008DAE0-4175-4DB2-BDBF-A6079DEB733E}" presName="node" presStyleLbl="node1" presStyleIdx="0" presStyleCnt="6">
        <dgm:presLayoutVars>
          <dgm:bulletEnabled val="1"/>
        </dgm:presLayoutVars>
      </dgm:prSet>
      <dgm:spPr/>
    </dgm:pt>
    <dgm:pt modelId="{28FFBAA6-0D52-4516-A02E-E9326CAA0CFB}" type="pres">
      <dgm:prSet presAssocID="{132D217D-86E8-4F2C-9E97-ED4C0BCE0EFC}" presName="sibTrans" presStyleLbl="sibTrans1D1" presStyleIdx="0" presStyleCnt="5"/>
      <dgm:spPr/>
    </dgm:pt>
    <dgm:pt modelId="{AF471687-4B4C-4373-A271-D0992019FCE7}" type="pres">
      <dgm:prSet presAssocID="{132D217D-86E8-4F2C-9E97-ED4C0BCE0EFC}" presName="connectorText" presStyleLbl="sibTrans1D1" presStyleIdx="0" presStyleCnt="5"/>
      <dgm:spPr/>
    </dgm:pt>
    <dgm:pt modelId="{97C21921-2E1A-4D1C-96E6-3E7A3198E380}" type="pres">
      <dgm:prSet presAssocID="{6875033D-0ADE-4473-AEFC-65BA8F4869CE}" presName="node" presStyleLbl="node1" presStyleIdx="1" presStyleCnt="6">
        <dgm:presLayoutVars>
          <dgm:bulletEnabled val="1"/>
        </dgm:presLayoutVars>
      </dgm:prSet>
      <dgm:spPr/>
    </dgm:pt>
    <dgm:pt modelId="{840E53BC-0A35-4E87-A577-AEA01BB42FD8}" type="pres">
      <dgm:prSet presAssocID="{38BE05F1-14D8-46BF-AA7C-9FFBB09CD103}" presName="sibTrans" presStyleLbl="sibTrans1D1" presStyleIdx="1" presStyleCnt="5"/>
      <dgm:spPr/>
    </dgm:pt>
    <dgm:pt modelId="{3BD0ACFE-67E4-4478-8B20-1A1CC91CAA56}" type="pres">
      <dgm:prSet presAssocID="{38BE05F1-14D8-46BF-AA7C-9FFBB09CD103}" presName="connectorText" presStyleLbl="sibTrans1D1" presStyleIdx="1" presStyleCnt="5"/>
      <dgm:spPr/>
    </dgm:pt>
    <dgm:pt modelId="{B20C50E1-C3F8-4551-AFE0-4891CEF97355}" type="pres">
      <dgm:prSet presAssocID="{0E9A7C04-2364-485F-A49D-8E1F0D0490E7}" presName="node" presStyleLbl="node1" presStyleIdx="2" presStyleCnt="6">
        <dgm:presLayoutVars>
          <dgm:bulletEnabled val="1"/>
        </dgm:presLayoutVars>
      </dgm:prSet>
      <dgm:spPr/>
    </dgm:pt>
    <dgm:pt modelId="{10F25EE5-2C59-4016-AAF5-1A09E8D296AE}" type="pres">
      <dgm:prSet presAssocID="{F38F332E-DA58-4472-996A-E4292430E529}" presName="sibTrans" presStyleLbl="sibTrans1D1" presStyleIdx="2" presStyleCnt="5"/>
      <dgm:spPr/>
    </dgm:pt>
    <dgm:pt modelId="{F5A03362-CF24-4889-BF4F-31C632080C05}" type="pres">
      <dgm:prSet presAssocID="{F38F332E-DA58-4472-996A-E4292430E529}" presName="connectorText" presStyleLbl="sibTrans1D1" presStyleIdx="2" presStyleCnt="5"/>
      <dgm:spPr/>
    </dgm:pt>
    <dgm:pt modelId="{53DF4F7D-4204-4CD8-8097-880D14D0AE96}" type="pres">
      <dgm:prSet presAssocID="{C4FD3DE2-516D-4D04-AF67-69BE6DB71F5C}" presName="node" presStyleLbl="node1" presStyleIdx="3" presStyleCnt="6">
        <dgm:presLayoutVars>
          <dgm:bulletEnabled val="1"/>
        </dgm:presLayoutVars>
      </dgm:prSet>
      <dgm:spPr/>
    </dgm:pt>
    <dgm:pt modelId="{BDAB1587-E375-44A4-92A7-12F1B4A2D15C}" type="pres">
      <dgm:prSet presAssocID="{2829EA54-5A89-4359-9F1D-E8A9CAB7CB1B}" presName="sibTrans" presStyleLbl="sibTrans1D1" presStyleIdx="3" presStyleCnt="5"/>
      <dgm:spPr/>
    </dgm:pt>
    <dgm:pt modelId="{416E5884-D8DF-49DA-BB65-A1526D7598AC}" type="pres">
      <dgm:prSet presAssocID="{2829EA54-5A89-4359-9F1D-E8A9CAB7CB1B}" presName="connectorText" presStyleLbl="sibTrans1D1" presStyleIdx="3" presStyleCnt="5"/>
      <dgm:spPr/>
    </dgm:pt>
    <dgm:pt modelId="{AB7326AF-4A58-4708-B07F-E0C3BE258EED}" type="pres">
      <dgm:prSet presAssocID="{B7FCC42D-53C0-4113-9F6B-494AB085E6D1}" presName="node" presStyleLbl="node1" presStyleIdx="4" presStyleCnt="6">
        <dgm:presLayoutVars>
          <dgm:bulletEnabled val="1"/>
        </dgm:presLayoutVars>
      </dgm:prSet>
      <dgm:spPr/>
    </dgm:pt>
    <dgm:pt modelId="{7EBDEA73-586D-4C30-AB20-DF3624F67B77}" type="pres">
      <dgm:prSet presAssocID="{C7CA90D5-89A3-4FB7-80D5-3B2EFA7746D1}" presName="sibTrans" presStyleLbl="sibTrans1D1" presStyleIdx="4" presStyleCnt="5"/>
      <dgm:spPr/>
    </dgm:pt>
    <dgm:pt modelId="{5E74DBB4-95C1-4D36-9C71-71529A8057B8}" type="pres">
      <dgm:prSet presAssocID="{C7CA90D5-89A3-4FB7-80D5-3B2EFA7746D1}" presName="connectorText" presStyleLbl="sibTrans1D1" presStyleIdx="4" presStyleCnt="5"/>
      <dgm:spPr/>
    </dgm:pt>
    <dgm:pt modelId="{C8B6F9D3-2532-47D2-9E9F-F939F1EE1E86}" type="pres">
      <dgm:prSet presAssocID="{9EB3D36E-797A-41F1-A9BD-DCE2E464B92E}" presName="node" presStyleLbl="node1" presStyleIdx="5" presStyleCnt="6">
        <dgm:presLayoutVars>
          <dgm:bulletEnabled val="1"/>
        </dgm:presLayoutVars>
      </dgm:prSet>
      <dgm:spPr/>
    </dgm:pt>
  </dgm:ptLst>
  <dgm:cxnLst>
    <dgm:cxn modelId="{C49DE30A-351F-401F-B580-AA01BD83AA4E}" srcId="{E616491C-7F2F-4DBD-95C6-FA1AE2287341}" destId="{9EB3D36E-797A-41F1-A9BD-DCE2E464B92E}" srcOrd="5" destOrd="0" parTransId="{AD3BC996-910D-487F-B855-2D93B30DFDB3}" sibTransId="{4793A299-E8F3-4626-9105-21B29911D08F}"/>
    <dgm:cxn modelId="{A82E880E-AF44-4154-8D3D-B510744BD0D7}" srcId="{E616491C-7F2F-4DBD-95C6-FA1AE2287341}" destId="{C008DAE0-4175-4DB2-BDBF-A6079DEB733E}" srcOrd="0" destOrd="0" parTransId="{9DBB0E30-B67A-4460-9DDB-64BEB880CA03}" sibTransId="{132D217D-86E8-4F2C-9E97-ED4C0BCE0EFC}"/>
    <dgm:cxn modelId="{07955319-8E77-43E8-8D42-7B5CDDCDA653}" type="presOf" srcId="{E616491C-7F2F-4DBD-95C6-FA1AE2287341}" destId="{C7EAE98B-1A66-45D1-ADBD-4DAE5FCF88DC}" srcOrd="0" destOrd="0" presId="urn:microsoft.com/office/officeart/2016/7/layout/RepeatingBendingProcessNew"/>
    <dgm:cxn modelId="{A1E5732A-BC48-4D1C-9F25-202FBF96645E}" type="presOf" srcId="{F38F332E-DA58-4472-996A-E4292430E529}" destId="{F5A03362-CF24-4889-BF4F-31C632080C05}" srcOrd="1" destOrd="0" presId="urn:microsoft.com/office/officeart/2016/7/layout/RepeatingBendingProcessNew"/>
    <dgm:cxn modelId="{E5F8F736-5111-4D90-936D-074CF8E80408}" type="presOf" srcId="{132D217D-86E8-4F2C-9E97-ED4C0BCE0EFC}" destId="{28FFBAA6-0D52-4516-A02E-E9326CAA0CFB}" srcOrd="0" destOrd="0" presId="urn:microsoft.com/office/officeart/2016/7/layout/RepeatingBendingProcessNew"/>
    <dgm:cxn modelId="{8E620341-6B29-408E-8CC5-207C2DB0DDDE}" srcId="{E616491C-7F2F-4DBD-95C6-FA1AE2287341}" destId="{C4FD3DE2-516D-4D04-AF67-69BE6DB71F5C}" srcOrd="3" destOrd="0" parTransId="{D93CB24B-4DFF-44D3-A9CC-5E713AFF25A6}" sibTransId="{2829EA54-5A89-4359-9F1D-E8A9CAB7CB1B}"/>
    <dgm:cxn modelId="{AD3F0C44-3C9A-41B2-9A98-3ABA94D6CDC1}" type="presOf" srcId="{6875033D-0ADE-4473-AEFC-65BA8F4869CE}" destId="{97C21921-2E1A-4D1C-96E6-3E7A3198E380}" srcOrd="0" destOrd="0" presId="urn:microsoft.com/office/officeart/2016/7/layout/RepeatingBendingProcessNew"/>
    <dgm:cxn modelId="{4A8E9E44-42E6-4B39-A0C0-5AEA1C028D92}" type="presOf" srcId="{C4FD3DE2-516D-4D04-AF67-69BE6DB71F5C}" destId="{53DF4F7D-4204-4CD8-8097-880D14D0AE96}" srcOrd="0" destOrd="0" presId="urn:microsoft.com/office/officeart/2016/7/layout/RepeatingBendingProcessNew"/>
    <dgm:cxn modelId="{687AA564-F2C8-4BAA-9DC1-2CA2A42AE033}" type="presOf" srcId="{38BE05F1-14D8-46BF-AA7C-9FFBB09CD103}" destId="{3BD0ACFE-67E4-4478-8B20-1A1CC91CAA56}" srcOrd="1" destOrd="0" presId="urn:microsoft.com/office/officeart/2016/7/layout/RepeatingBendingProcessNew"/>
    <dgm:cxn modelId="{D77E3665-0A8E-4FB1-B461-D62E0B00C6DC}" type="presOf" srcId="{0E9A7C04-2364-485F-A49D-8E1F0D0490E7}" destId="{B20C50E1-C3F8-4551-AFE0-4891CEF97355}" srcOrd="0" destOrd="0" presId="urn:microsoft.com/office/officeart/2016/7/layout/RepeatingBendingProcessNew"/>
    <dgm:cxn modelId="{84D5DB67-36B5-4A86-A451-B0951DE456AB}" type="presOf" srcId="{9EB3D36E-797A-41F1-A9BD-DCE2E464B92E}" destId="{C8B6F9D3-2532-47D2-9E9F-F939F1EE1E86}" srcOrd="0" destOrd="0" presId="urn:microsoft.com/office/officeart/2016/7/layout/RepeatingBendingProcessNew"/>
    <dgm:cxn modelId="{EDE1276C-57E3-45C8-88FA-20D97B932366}" type="presOf" srcId="{2829EA54-5A89-4359-9F1D-E8A9CAB7CB1B}" destId="{416E5884-D8DF-49DA-BB65-A1526D7598AC}" srcOrd="1" destOrd="0" presId="urn:microsoft.com/office/officeart/2016/7/layout/RepeatingBendingProcessNew"/>
    <dgm:cxn modelId="{54BB854E-0A7A-4316-A002-83D5BB29A115}" srcId="{E616491C-7F2F-4DBD-95C6-FA1AE2287341}" destId="{B7FCC42D-53C0-4113-9F6B-494AB085E6D1}" srcOrd="4" destOrd="0" parTransId="{73990792-E7B3-48A4-B18B-D6DB03CBF39A}" sibTransId="{C7CA90D5-89A3-4FB7-80D5-3B2EFA7746D1}"/>
    <dgm:cxn modelId="{E4B41453-9AD3-4974-885F-17D584286BF9}" srcId="{E616491C-7F2F-4DBD-95C6-FA1AE2287341}" destId="{0E9A7C04-2364-485F-A49D-8E1F0D0490E7}" srcOrd="2" destOrd="0" parTransId="{0EFC1D6F-0747-43FD-8668-E1ED7269F937}" sibTransId="{F38F332E-DA58-4472-996A-E4292430E529}"/>
    <dgm:cxn modelId="{2ABF087D-993F-4CD5-99BE-ED8995438144}" type="presOf" srcId="{38BE05F1-14D8-46BF-AA7C-9FFBB09CD103}" destId="{840E53BC-0A35-4E87-A577-AEA01BB42FD8}" srcOrd="0" destOrd="0" presId="urn:microsoft.com/office/officeart/2016/7/layout/RepeatingBendingProcessNew"/>
    <dgm:cxn modelId="{11F90791-DE66-4803-912C-DE3B26151F58}" type="presOf" srcId="{B7FCC42D-53C0-4113-9F6B-494AB085E6D1}" destId="{AB7326AF-4A58-4708-B07F-E0C3BE258EED}" srcOrd="0" destOrd="0" presId="urn:microsoft.com/office/officeart/2016/7/layout/RepeatingBendingProcessNew"/>
    <dgm:cxn modelId="{D1D5E699-A23D-42E0-B2A0-F991B2B73A65}" type="presOf" srcId="{C7CA90D5-89A3-4FB7-80D5-3B2EFA7746D1}" destId="{5E74DBB4-95C1-4D36-9C71-71529A8057B8}" srcOrd="1" destOrd="0" presId="urn:microsoft.com/office/officeart/2016/7/layout/RepeatingBendingProcessNew"/>
    <dgm:cxn modelId="{42A6C89C-0901-40D6-83E6-DE63A44FDC32}" type="presOf" srcId="{F38F332E-DA58-4472-996A-E4292430E529}" destId="{10F25EE5-2C59-4016-AAF5-1A09E8D296AE}" srcOrd="0" destOrd="0" presId="urn:microsoft.com/office/officeart/2016/7/layout/RepeatingBendingProcessNew"/>
    <dgm:cxn modelId="{CA3ED89F-DB0F-448A-8EEA-87C307F14EDA}" srcId="{E616491C-7F2F-4DBD-95C6-FA1AE2287341}" destId="{6875033D-0ADE-4473-AEFC-65BA8F4869CE}" srcOrd="1" destOrd="0" parTransId="{7BC6F59E-D34E-4033-8ACC-7001A6678AB6}" sibTransId="{38BE05F1-14D8-46BF-AA7C-9FFBB09CD103}"/>
    <dgm:cxn modelId="{A0DF57B6-37E1-4E23-88AE-0A8F4CD62DFE}" type="presOf" srcId="{2829EA54-5A89-4359-9F1D-E8A9CAB7CB1B}" destId="{BDAB1587-E375-44A4-92A7-12F1B4A2D15C}" srcOrd="0" destOrd="0" presId="urn:microsoft.com/office/officeart/2016/7/layout/RepeatingBendingProcessNew"/>
    <dgm:cxn modelId="{08C1DFC1-A436-4F8F-9295-376D17A879C6}" type="presOf" srcId="{132D217D-86E8-4F2C-9E97-ED4C0BCE0EFC}" destId="{AF471687-4B4C-4373-A271-D0992019FCE7}" srcOrd="1" destOrd="0" presId="urn:microsoft.com/office/officeart/2016/7/layout/RepeatingBendingProcessNew"/>
    <dgm:cxn modelId="{56ED2BDC-E5B6-4F82-BF93-B2D4678E6B1D}" type="presOf" srcId="{C008DAE0-4175-4DB2-BDBF-A6079DEB733E}" destId="{460FE439-5D0A-45F1-B71B-1A2226BB762A}" srcOrd="0" destOrd="0" presId="urn:microsoft.com/office/officeart/2016/7/layout/RepeatingBendingProcessNew"/>
    <dgm:cxn modelId="{E999CCFB-7EAB-4815-9AE4-8589C79D38CF}" type="presOf" srcId="{C7CA90D5-89A3-4FB7-80D5-3B2EFA7746D1}" destId="{7EBDEA73-586D-4C30-AB20-DF3624F67B77}" srcOrd="0" destOrd="0" presId="urn:microsoft.com/office/officeart/2016/7/layout/RepeatingBendingProcessNew"/>
    <dgm:cxn modelId="{249D7AE7-330E-462A-8659-D4FD0D647D54}" type="presParOf" srcId="{C7EAE98B-1A66-45D1-ADBD-4DAE5FCF88DC}" destId="{460FE439-5D0A-45F1-B71B-1A2226BB762A}" srcOrd="0" destOrd="0" presId="urn:microsoft.com/office/officeart/2016/7/layout/RepeatingBendingProcessNew"/>
    <dgm:cxn modelId="{1409EE38-5592-49BF-AB86-B26508831AA4}" type="presParOf" srcId="{C7EAE98B-1A66-45D1-ADBD-4DAE5FCF88DC}" destId="{28FFBAA6-0D52-4516-A02E-E9326CAA0CFB}" srcOrd="1" destOrd="0" presId="urn:microsoft.com/office/officeart/2016/7/layout/RepeatingBendingProcessNew"/>
    <dgm:cxn modelId="{F99B554C-8266-49D9-AAB6-A3DE08948A73}" type="presParOf" srcId="{28FFBAA6-0D52-4516-A02E-E9326CAA0CFB}" destId="{AF471687-4B4C-4373-A271-D0992019FCE7}" srcOrd="0" destOrd="0" presId="urn:microsoft.com/office/officeart/2016/7/layout/RepeatingBendingProcessNew"/>
    <dgm:cxn modelId="{9D296390-9872-44A2-942D-C9C637BE6FE7}" type="presParOf" srcId="{C7EAE98B-1A66-45D1-ADBD-4DAE5FCF88DC}" destId="{97C21921-2E1A-4D1C-96E6-3E7A3198E380}" srcOrd="2" destOrd="0" presId="urn:microsoft.com/office/officeart/2016/7/layout/RepeatingBendingProcessNew"/>
    <dgm:cxn modelId="{E6020952-A1DE-4164-94F7-CAC2F2E0A7EE}" type="presParOf" srcId="{C7EAE98B-1A66-45D1-ADBD-4DAE5FCF88DC}" destId="{840E53BC-0A35-4E87-A577-AEA01BB42FD8}" srcOrd="3" destOrd="0" presId="urn:microsoft.com/office/officeart/2016/7/layout/RepeatingBendingProcessNew"/>
    <dgm:cxn modelId="{D4AF9AA2-8616-4BF9-B29C-DB115609B23C}" type="presParOf" srcId="{840E53BC-0A35-4E87-A577-AEA01BB42FD8}" destId="{3BD0ACFE-67E4-4478-8B20-1A1CC91CAA56}" srcOrd="0" destOrd="0" presId="urn:microsoft.com/office/officeart/2016/7/layout/RepeatingBendingProcessNew"/>
    <dgm:cxn modelId="{8D9DFE43-7633-43D6-AC93-A5813D200A01}" type="presParOf" srcId="{C7EAE98B-1A66-45D1-ADBD-4DAE5FCF88DC}" destId="{B20C50E1-C3F8-4551-AFE0-4891CEF97355}" srcOrd="4" destOrd="0" presId="urn:microsoft.com/office/officeart/2016/7/layout/RepeatingBendingProcessNew"/>
    <dgm:cxn modelId="{449DC94F-544E-4903-BFDA-3A419B5F6E21}" type="presParOf" srcId="{C7EAE98B-1A66-45D1-ADBD-4DAE5FCF88DC}" destId="{10F25EE5-2C59-4016-AAF5-1A09E8D296AE}" srcOrd="5" destOrd="0" presId="urn:microsoft.com/office/officeart/2016/7/layout/RepeatingBendingProcessNew"/>
    <dgm:cxn modelId="{3BED7B8A-3F1B-4C68-ACD7-722F02143EF0}" type="presParOf" srcId="{10F25EE5-2C59-4016-AAF5-1A09E8D296AE}" destId="{F5A03362-CF24-4889-BF4F-31C632080C05}" srcOrd="0" destOrd="0" presId="urn:microsoft.com/office/officeart/2016/7/layout/RepeatingBendingProcessNew"/>
    <dgm:cxn modelId="{E20CFD18-99DC-407B-9F96-3D1B13F674F9}" type="presParOf" srcId="{C7EAE98B-1A66-45D1-ADBD-4DAE5FCF88DC}" destId="{53DF4F7D-4204-4CD8-8097-880D14D0AE96}" srcOrd="6" destOrd="0" presId="urn:microsoft.com/office/officeart/2016/7/layout/RepeatingBendingProcessNew"/>
    <dgm:cxn modelId="{66490303-FCE3-4988-9E21-B24D2F2761A1}" type="presParOf" srcId="{C7EAE98B-1A66-45D1-ADBD-4DAE5FCF88DC}" destId="{BDAB1587-E375-44A4-92A7-12F1B4A2D15C}" srcOrd="7" destOrd="0" presId="urn:microsoft.com/office/officeart/2016/7/layout/RepeatingBendingProcessNew"/>
    <dgm:cxn modelId="{5F56C509-E485-49BC-BD2B-E51BC99C8E02}" type="presParOf" srcId="{BDAB1587-E375-44A4-92A7-12F1B4A2D15C}" destId="{416E5884-D8DF-49DA-BB65-A1526D7598AC}" srcOrd="0" destOrd="0" presId="urn:microsoft.com/office/officeart/2016/7/layout/RepeatingBendingProcessNew"/>
    <dgm:cxn modelId="{6A8725E7-5237-4B72-B6D5-48855C1A81B8}" type="presParOf" srcId="{C7EAE98B-1A66-45D1-ADBD-4DAE5FCF88DC}" destId="{AB7326AF-4A58-4708-B07F-E0C3BE258EED}" srcOrd="8" destOrd="0" presId="urn:microsoft.com/office/officeart/2016/7/layout/RepeatingBendingProcessNew"/>
    <dgm:cxn modelId="{85B3174C-ED87-46C2-9981-53D44D148989}" type="presParOf" srcId="{C7EAE98B-1A66-45D1-ADBD-4DAE5FCF88DC}" destId="{7EBDEA73-586D-4C30-AB20-DF3624F67B77}" srcOrd="9" destOrd="0" presId="urn:microsoft.com/office/officeart/2016/7/layout/RepeatingBendingProcessNew"/>
    <dgm:cxn modelId="{C82E77B8-9C8C-41D1-AC41-F04CB9EE705E}" type="presParOf" srcId="{7EBDEA73-586D-4C30-AB20-DF3624F67B77}" destId="{5E74DBB4-95C1-4D36-9C71-71529A8057B8}" srcOrd="0" destOrd="0" presId="urn:microsoft.com/office/officeart/2016/7/layout/RepeatingBendingProcessNew"/>
    <dgm:cxn modelId="{29508DFD-9C23-4BDE-A0FF-BC843D2ADC18}" type="presParOf" srcId="{C7EAE98B-1A66-45D1-ADBD-4DAE5FCF88DC}" destId="{C8B6F9D3-2532-47D2-9E9F-F939F1EE1E86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1EE29-DA51-4F77-94A2-0A3FC1EA8B2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BA036A0-01AA-47B3-AAE0-43CF53C591A5}">
      <dgm:prSet/>
      <dgm:spPr/>
      <dgm:t>
        <a:bodyPr/>
        <a:lstStyle/>
        <a:p>
          <a:pPr>
            <a:defRPr cap="all"/>
          </a:pPr>
          <a:r>
            <a:rPr lang="en-US"/>
            <a:t>Use open financial datasets (FiQA, FinancialPhraseBank, FinSum).</a:t>
          </a:r>
        </a:p>
      </dgm:t>
    </dgm:pt>
    <dgm:pt modelId="{7054D856-B5AB-4BDE-A3C7-5987CCED1655}" type="parTrans" cxnId="{C4BC7C4E-446F-486C-ACC8-9BD351B40163}">
      <dgm:prSet/>
      <dgm:spPr/>
      <dgm:t>
        <a:bodyPr/>
        <a:lstStyle/>
        <a:p>
          <a:endParaRPr lang="en-US"/>
        </a:p>
      </dgm:t>
    </dgm:pt>
    <dgm:pt modelId="{D5058E55-E4EE-4C26-BE6B-065EE114E43A}" type="sibTrans" cxnId="{C4BC7C4E-446F-486C-ACC8-9BD351B40163}">
      <dgm:prSet/>
      <dgm:spPr/>
      <dgm:t>
        <a:bodyPr/>
        <a:lstStyle/>
        <a:p>
          <a:endParaRPr lang="en-US"/>
        </a:p>
      </dgm:t>
    </dgm:pt>
    <dgm:pt modelId="{B753890B-F932-4CA4-8F19-D75773DA9C83}">
      <dgm:prSet/>
      <dgm:spPr/>
      <dgm:t>
        <a:bodyPr/>
        <a:lstStyle/>
        <a:p>
          <a:pPr>
            <a:defRPr cap="all"/>
          </a:pPr>
          <a:r>
            <a:rPr lang="en-US"/>
            <a:t>Annotate text samples with function call templates (Toolformer-style).</a:t>
          </a:r>
        </a:p>
      </dgm:t>
    </dgm:pt>
    <dgm:pt modelId="{DC5ECC85-4B59-4A53-AE3B-4D627FE8466F}" type="parTrans" cxnId="{73028A8F-4B26-48F1-BC4F-7A624991F388}">
      <dgm:prSet/>
      <dgm:spPr/>
      <dgm:t>
        <a:bodyPr/>
        <a:lstStyle/>
        <a:p>
          <a:endParaRPr lang="en-US"/>
        </a:p>
      </dgm:t>
    </dgm:pt>
    <dgm:pt modelId="{AD6C712E-ABF7-418C-AFE8-D99902B80764}" type="sibTrans" cxnId="{73028A8F-4B26-48F1-BC4F-7A624991F388}">
      <dgm:prSet/>
      <dgm:spPr/>
      <dgm:t>
        <a:bodyPr/>
        <a:lstStyle/>
        <a:p>
          <a:endParaRPr lang="en-US"/>
        </a:p>
      </dgm:t>
    </dgm:pt>
    <dgm:pt modelId="{66847390-4853-4E8A-A67E-57648DA02C05}">
      <dgm:prSet/>
      <dgm:spPr/>
      <dgm:t>
        <a:bodyPr/>
        <a:lstStyle/>
        <a:p>
          <a:pPr>
            <a:defRPr cap="all"/>
          </a:pPr>
          <a:r>
            <a:rPr lang="en-US"/>
            <a:t>Example:</a:t>
          </a:r>
        </a:p>
      </dgm:t>
    </dgm:pt>
    <dgm:pt modelId="{5719B016-8C48-43F5-A97C-AC47DCAB577E}" type="parTrans" cxnId="{7718881C-9DE9-4B05-988C-35ED3BB58B89}">
      <dgm:prSet/>
      <dgm:spPr/>
      <dgm:t>
        <a:bodyPr/>
        <a:lstStyle/>
        <a:p>
          <a:endParaRPr lang="en-US"/>
        </a:p>
      </dgm:t>
    </dgm:pt>
    <dgm:pt modelId="{280A19E5-D48D-4CFF-95BC-5C297AE8C3C5}" type="sibTrans" cxnId="{7718881C-9DE9-4B05-988C-35ED3BB58B89}">
      <dgm:prSet/>
      <dgm:spPr/>
      <dgm:t>
        <a:bodyPr/>
        <a:lstStyle/>
        <a:p>
          <a:endParaRPr lang="en-US"/>
        </a:p>
      </dgm:t>
    </dgm:pt>
    <dgm:pt modelId="{B19A7844-FA9A-4125-9799-394DE0AE92E5}">
      <dgm:prSet/>
      <dgm:spPr/>
      <dgm:t>
        <a:bodyPr/>
        <a:lstStyle/>
        <a:p>
          <a:pPr>
            <a:defRPr cap="all"/>
          </a:pPr>
          <a:r>
            <a:rPr lang="en-US"/>
            <a:t>Input: 'Tesla stock rose after earnings.' → analyze_sentiment('Tesla stock rose after earnings') → positive.</a:t>
          </a:r>
        </a:p>
      </dgm:t>
    </dgm:pt>
    <dgm:pt modelId="{B22FE03F-CFAE-4003-88EE-B8369F8F7833}" type="parTrans" cxnId="{A6751BBA-67B4-4767-873D-F82BAC8C680B}">
      <dgm:prSet/>
      <dgm:spPr/>
      <dgm:t>
        <a:bodyPr/>
        <a:lstStyle/>
        <a:p>
          <a:endParaRPr lang="en-US"/>
        </a:p>
      </dgm:t>
    </dgm:pt>
    <dgm:pt modelId="{22AD5184-9861-4C71-AFA7-741A547110A2}" type="sibTrans" cxnId="{A6751BBA-67B4-4767-873D-F82BAC8C680B}">
      <dgm:prSet/>
      <dgm:spPr/>
      <dgm:t>
        <a:bodyPr/>
        <a:lstStyle/>
        <a:p>
          <a:endParaRPr lang="en-US"/>
        </a:p>
      </dgm:t>
    </dgm:pt>
    <dgm:pt modelId="{D634A02D-FE41-4965-9776-651447C3B024}">
      <dgm:prSet/>
      <dgm:spPr/>
      <dgm:t>
        <a:bodyPr/>
        <a:lstStyle/>
        <a:p>
          <a:pPr>
            <a:defRPr cap="all"/>
          </a:pPr>
          <a:r>
            <a:rPr lang="en-US"/>
            <a:t>Goal: Teach when and how to call functions.</a:t>
          </a:r>
        </a:p>
      </dgm:t>
    </dgm:pt>
    <dgm:pt modelId="{0A4C4E2B-E4F8-424C-B964-1AF43D601BCB}" type="parTrans" cxnId="{34E87B9D-239A-484B-9B9C-352C5DE4A7FE}">
      <dgm:prSet/>
      <dgm:spPr/>
      <dgm:t>
        <a:bodyPr/>
        <a:lstStyle/>
        <a:p>
          <a:endParaRPr lang="en-US"/>
        </a:p>
      </dgm:t>
    </dgm:pt>
    <dgm:pt modelId="{57BEE6FA-7700-41AB-A450-C842E56A00E0}" type="sibTrans" cxnId="{34E87B9D-239A-484B-9B9C-352C5DE4A7FE}">
      <dgm:prSet/>
      <dgm:spPr/>
      <dgm:t>
        <a:bodyPr/>
        <a:lstStyle/>
        <a:p>
          <a:endParaRPr lang="en-US"/>
        </a:p>
      </dgm:t>
    </dgm:pt>
    <dgm:pt modelId="{F47AA515-AA9A-45D3-A4B8-5A2143B46374}" type="pres">
      <dgm:prSet presAssocID="{CC51EE29-DA51-4F77-94A2-0A3FC1EA8B28}" presName="root" presStyleCnt="0">
        <dgm:presLayoutVars>
          <dgm:dir/>
          <dgm:resizeHandles val="exact"/>
        </dgm:presLayoutVars>
      </dgm:prSet>
      <dgm:spPr/>
    </dgm:pt>
    <dgm:pt modelId="{381559A5-6706-4C2F-B2A8-30354F514306}" type="pres">
      <dgm:prSet presAssocID="{1BA036A0-01AA-47B3-AAE0-43CF53C591A5}" presName="compNode" presStyleCnt="0"/>
      <dgm:spPr/>
    </dgm:pt>
    <dgm:pt modelId="{7ECC596B-2C99-4075-B31C-9F16D0E03570}" type="pres">
      <dgm:prSet presAssocID="{1BA036A0-01AA-47B3-AAE0-43CF53C591A5}" presName="iconBgRect" presStyleLbl="bgShp" presStyleIdx="0" presStyleCnt="5"/>
      <dgm:spPr/>
    </dgm:pt>
    <dgm:pt modelId="{A1C605CA-EF54-43C1-8180-34421AA7A5A9}" type="pres">
      <dgm:prSet presAssocID="{1BA036A0-01AA-47B3-AAE0-43CF53C591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452FE12-0921-46DE-80BF-D987D162FEB5}" type="pres">
      <dgm:prSet presAssocID="{1BA036A0-01AA-47B3-AAE0-43CF53C591A5}" presName="spaceRect" presStyleCnt="0"/>
      <dgm:spPr/>
    </dgm:pt>
    <dgm:pt modelId="{F0A86AC5-5555-4108-B48E-05D1F37A0034}" type="pres">
      <dgm:prSet presAssocID="{1BA036A0-01AA-47B3-AAE0-43CF53C591A5}" presName="textRect" presStyleLbl="revTx" presStyleIdx="0" presStyleCnt="5">
        <dgm:presLayoutVars>
          <dgm:chMax val="1"/>
          <dgm:chPref val="1"/>
        </dgm:presLayoutVars>
      </dgm:prSet>
      <dgm:spPr/>
    </dgm:pt>
    <dgm:pt modelId="{9215E089-E8D9-4AC8-BDA1-9AC85D1E7797}" type="pres">
      <dgm:prSet presAssocID="{D5058E55-E4EE-4C26-BE6B-065EE114E43A}" presName="sibTrans" presStyleCnt="0"/>
      <dgm:spPr/>
    </dgm:pt>
    <dgm:pt modelId="{3E2B32F2-650C-4385-8C78-9E220C9DECB6}" type="pres">
      <dgm:prSet presAssocID="{B753890B-F932-4CA4-8F19-D75773DA9C83}" presName="compNode" presStyleCnt="0"/>
      <dgm:spPr/>
    </dgm:pt>
    <dgm:pt modelId="{DC79AD47-7AC9-46CD-AF29-9A870C8EDBBD}" type="pres">
      <dgm:prSet presAssocID="{B753890B-F932-4CA4-8F19-D75773DA9C83}" presName="iconBgRect" presStyleLbl="bgShp" presStyleIdx="1" presStyleCnt="5"/>
      <dgm:spPr/>
    </dgm:pt>
    <dgm:pt modelId="{B0256D73-B915-4448-A69A-2832C8245098}" type="pres">
      <dgm:prSet presAssocID="{B753890B-F932-4CA4-8F19-D75773DA9C8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61923EE-88BA-4D35-BD59-CC7723246982}" type="pres">
      <dgm:prSet presAssocID="{B753890B-F932-4CA4-8F19-D75773DA9C83}" presName="spaceRect" presStyleCnt="0"/>
      <dgm:spPr/>
    </dgm:pt>
    <dgm:pt modelId="{30BCB24C-F364-4A51-AFB5-997B791CBB57}" type="pres">
      <dgm:prSet presAssocID="{B753890B-F932-4CA4-8F19-D75773DA9C83}" presName="textRect" presStyleLbl="revTx" presStyleIdx="1" presStyleCnt="5">
        <dgm:presLayoutVars>
          <dgm:chMax val="1"/>
          <dgm:chPref val="1"/>
        </dgm:presLayoutVars>
      </dgm:prSet>
      <dgm:spPr/>
    </dgm:pt>
    <dgm:pt modelId="{AF5E23CF-57F6-4E35-9ABC-65CE3F56DB26}" type="pres">
      <dgm:prSet presAssocID="{AD6C712E-ABF7-418C-AFE8-D99902B80764}" presName="sibTrans" presStyleCnt="0"/>
      <dgm:spPr/>
    </dgm:pt>
    <dgm:pt modelId="{E569442F-2A11-4056-BE15-B4B4E435D63B}" type="pres">
      <dgm:prSet presAssocID="{66847390-4853-4E8A-A67E-57648DA02C05}" presName="compNode" presStyleCnt="0"/>
      <dgm:spPr/>
    </dgm:pt>
    <dgm:pt modelId="{A9BE4E20-FFEB-43A8-AF2D-4D8142292A52}" type="pres">
      <dgm:prSet presAssocID="{66847390-4853-4E8A-A67E-57648DA02C05}" presName="iconBgRect" presStyleLbl="bgShp" presStyleIdx="2" presStyleCnt="5"/>
      <dgm:spPr/>
    </dgm:pt>
    <dgm:pt modelId="{247E1D08-23B9-4CA8-94D7-1DAF4E08633A}" type="pres">
      <dgm:prSet presAssocID="{66847390-4853-4E8A-A67E-57648DA02C0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61A7F13-E436-469B-A298-E713B4A80919}" type="pres">
      <dgm:prSet presAssocID="{66847390-4853-4E8A-A67E-57648DA02C05}" presName="spaceRect" presStyleCnt="0"/>
      <dgm:spPr/>
    </dgm:pt>
    <dgm:pt modelId="{CEFFC01C-3BAD-482D-A9A6-8D1F6DD8C9E2}" type="pres">
      <dgm:prSet presAssocID="{66847390-4853-4E8A-A67E-57648DA02C05}" presName="textRect" presStyleLbl="revTx" presStyleIdx="2" presStyleCnt="5">
        <dgm:presLayoutVars>
          <dgm:chMax val="1"/>
          <dgm:chPref val="1"/>
        </dgm:presLayoutVars>
      </dgm:prSet>
      <dgm:spPr/>
    </dgm:pt>
    <dgm:pt modelId="{90341D7A-685A-47E4-8915-CEC33F19E47A}" type="pres">
      <dgm:prSet presAssocID="{280A19E5-D48D-4CFF-95BC-5C297AE8C3C5}" presName="sibTrans" presStyleCnt="0"/>
      <dgm:spPr/>
    </dgm:pt>
    <dgm:pt modelId="{A5635B53-0505-422C-B619-1BBDF9940C37}" type="pres">
      <dgm:prSet presAssocID="{B19A7844-FA9A-4125-9799-394DE0AE92E5}" presName="compNode" presStyleCnt="0"/>
      <dgm:spPr/>
    </dgm:pt>
    <dgm:pt modelId="{1D6670FB-3FE9-4744-86BC-1C37A281721C}" type="pres">
      <dgm:prSet presAssocID="{B19A7844-FA9A-4125-9799-394DE0AE92E5}" presName="iconBgRect" presStyleLbl="bgShp" presStyleIdx="3" presStyleCnt="5"/>
      <dgm:spPr/>
    </dgm:pt>
    <dgm:pt modelId="{6FEC08E7-294E-40FB-A10A-977D17B313A0}" type="pres">
      <dgm:prSet presAssocID="{B19A7844-FA9A-4125-9799-394DE0AE92E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70FA0777-9F1F-4E3E-AB78-D29A3D475E85}" type="pres">
      <dgm:prSet presAssocID="{B19A7844-FA9A-4125-9799-394DE0AE92E5}" presName="spaceRect" presStyleCnt="0"/>
      <dgm:spPr/>
    </dgm:pt>
    <dgm:pt modelId="{B34D709D-9EF3-47BA-99D2-D8E706DB959D}" type="pres">
      <dgm:prSet presAssocID="{B19A7844-FA9A-4125-9799-394DE0AE92E5}" presName="textRect" presStyleLbl="revTx" presStyleIdx="3" presStyleCnt="5">
        <dgm:presLayoutVars>
          <dgm:chMax val="1"/>
          <dgm:chPref val="1"/>
        </dgm:presLayoutVars>
      </dgm:prSet>
      <dgm:spPr/>
    </dgm:pt>
    <dgm:pt modelId="{D5F3AE29-A617-4100-B7B5-F50B4816C6C5}" type="pres">
      <dgm:prSet presAssocID="{22AD5184-9861-4C71-AFA7-741A547110A2}" presName="sibTrans" presStyleCnt="0"/>
      <dgm:spPr/>
    </dgm:pt>
    <dgm:pt modelId="{FC377FB3-581C-451E-AC66-C6AEFC18DE42}" type="pres">
      <dgm:prSet presAssocID="{D634A02D-FE41-4965-9776-651447C3B024}" presName="compNode" presStyleCnt="0"/>
      <dgm:spPr/>
    </dgm:pt>
    <dgm:pt modelId="{195BD12E-23D8-49CF-B453-DF44D92B24BA}" type="pres">
      <dgm:prSet presAssocID="{D634A02D-FE41-4965-9776-651447C3B024}" presName="iconBgRect" presStyleLbl="bgShp" presStyleIdx="4" presStyleCnt="5"/>
      <dgm:spPr/>
    </dgm:pt>
    <dgm:pt modelId="{9CFBA7EC-D284-401F-BE0D-48CA7E9B01DF}" type="pres">
      <dgm:prSet presAssocID="{D634A02D-FE41-4965-9776-651447C3B02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9111488-EB39-4DDB-9F67-70B4F98DBB38}" type="pres">
      <dgm:prSet presAssocID="{D634A02D-FE41-4965-9776-651447C3B024}" presName="spaceRect" presStyleCnt="0"/>
      <dgm:spPr/>
    </dgm:pt>
    <dgm:pt modelId="{EF42C81B-A98F-4A6F-AB94-162B55F30065}" type="pres">
      <dgm:prSet presAssocID="{D634A02D-FE41-4965-9776-651447C3B02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18881C-9DE9-4B05-988C-35ED3BB58B89}" srcId="{CC51EE29-DA51-4F77-94A2-0A3FC1EA8B28}" destId="{66847390-4853-4E8A-A67E-57648DA02C05}" srcOrd="2" destOrd="0" parTransId="{5719B016-8C48-43F5-A97C-AC47DCAB577E}" sibTransId="{280A19E5-D48D-4CFF-95BC-5C297AE8C3C5}"/>
    <dgm:cxn modelId="{C4BC7C4E-446F-486C-ACC8-9BD351B40163}" srcId="{CC51EE29-DA51-4F77-94A2-0A3FC1EA8B28}" destId="{1BA036A0-01AA-47B3-AAE0-43CF53C591A5}" srcOrd="0" destOrd="0" parTransId="{7054D856-B5AB-4BDE-A3C7-5987CCED1655}" sibTransId="{D5058E55-E4EE-4C26-BE6B-065EE114E43A}"/>
    <dgm:cxn modelId="{FCD4DA85-BC90-41AC-88E7-B4A3D564A77C}" type="presOf" srcId="{B19A7844-FA9A-4125-9799-394DE0AE92E5}" destId="{B34D709D-9EF3-47BA-99D2-D8E706DB959D}" srcOrd="0" destOrd="0" presId="urn:microsoft.com/office/officeart/2018/5/layout/IconCircleLabelList"/>
    <dgm:cxn modelId="{08171789-E318-4B7E-864F-92A5AA8FF112}" type="presOf" srcId="{66847390-4853-4E8A-A67E-57648DA02C05}" destId="{CEFFC01C-3BAD-482D-A9A6-8D1F6DD8C9E2}" srcOrd="0" destOrd="0" presId="urn:microsoft.com/office/officeart/2018/5/layout/IconCircleLabelList"/>
    <dgm:cxn modelId="{73028A8F-4B26-48F1-BC4F-7A624991F388}" srcId="{CC51EE29-DA51-4F77-94A2-0A3FC1EA8B28}" destId="{B753890B-F932-4CA4-8F19-D75773DA9C83}" srcOrd="1" destOrd="0" parTransId="{DC5ECC85-4B59-4A53-AE3B-4D627FE8466F}" sibTransId="{AD6C712E-ABF7-418C-AFE8-D99902B80764}"/>
    <dgm:cxn modelId="{5A54E192-ECC0-4DE1-888D-BD4D910BA717}" type="presOf" srcId="{B753890B-F932-4CA4-8F19-D75773DA9C83}" destId="{30BCB24C-F364-4A51-AFB5-997B791CBB57}" srcOrd="0" destOrd="0" presId="urn:microsoft.com/office/officeart/2018/5/layout/IconCircleLabelList"/>
    <dgm:cxn modelId="{0183229D-1F8D-4702-9EAF-5A4993488635}" type="presOf" srcId="{CC51EE29-DA51-4F77-94A2-0A3FC1EA8B28}" destId="{F47AA515-AA9A-45D3-A4B8-5A2143B46374}" srcOrd="0" destOrd="0" presId="urn:microsoft.com/office/officeart/2018/5/layout/IconCircleLabelList"/>
    <dgm:cxn modelId="{34E87B9D-239A-484B-9B9C-352C5DE4A7FE}" srcId="{CC51EE29-DA51-4F77-94A2-0A3FC1EA8B28}" destId="{D634A02D-FE41-4965-9776-651447C3B024}" srcOrd="4" destOrd="0" parTransId="{0A4C4E2B-E4F8-424C-B964-1AF43D601BCB}" sibTransId="{57BEE6FA-7700-41AB-A450-C842E56A00E0}"/>
    <dgm:cxn modelId="{A6751BBA-67B4-4767-873D-F82BAC8C680B}" srcId="{CC51EE29-DA51-4F77-94A2-0A3FC1EA8B28}" destId="{B19A7844-FA9A-4125-9799-394DE0AE92E5}" srcOrd="3" destOrd="0" parTransId="{B22FE03F-CFAE-4003-88EE-B8369F8F7833}" sibTransId="{22AD5184-9861-4C71-AFA7-741A547110A2}"/>
    <dgm:cxn modelId="{58B991C4-8873-4669-AA04-78FD59CD8679}" type="presOf" srcId="{1BA036A0-01AA-47B3-AAE0-43CF53C591A5}" destId="{F0A86AC5-5555-4108-B48E-05D1F37A0034}" srcOrd="0" destOrd="0" presId="urn:microsoft.com/office/officeart/2018/5/layout/IconCircleLabelList"/>
    <dgm:cxn modelId="{36C577C6-7468-417B-9ADF-D99AF0F0B0DD}" type="presOf" srcId="{D634A02D-FE41-4965-9776-651447C3B024}" destId="{EF42C81B-A98F-4A6F-AB94-162B55F30065}" srcOrd="0" destOrd="0" presId="urn:microsoft.com/office/officeart/2018/5/layout/IconCircleLabelList"/>
    <dgm:cxn modelId="{B74457D8-8E8F-4C3E-8D28-24EAFDE92BD8}" type="presParOf" srcId="{F47AA515-AA9A-45D3-A4B8-5A2143B46374}" destId="{381559A5-6706-4C2F-B2A8-30354F514306}" srcOrd="0" destOrd="0" presId="urn:microsoft.com/office/officeart/2018/5/layout/IconCircleLabelList"/>
    <dgm:cxn modelId="{B2149A04-C4E0-452C-B771-CC973ED7DD6E}" type="presParOf" srcId="{381559A5-6706-4C2F-B2A8-30354F514306}" destId="{7ECC596B-2C99-4075-B31C-9F16D0E03570}" srcOrd="0" destOrd="0" presId="urn:microsoft.com/office/officeart/2018/5/layout/IconCircleLabelList"/>
    <dgm:cxn modelId="{E5AD79C2-DC4C-498A-A585-206D1C10AAB5}" type="presParOf" srcId="{381559A5-6706-4C2F-B2A8-30354F514306}" destId="{A1C605CA-EF54-43C1-8180-34421AA7A5A9}" srcOrd="1" destOrd="0" presId="urn:microsoft.com/office/officeart/2018/5/layout/IconCircleLabelList"/>
    <dgm:cxn modelId="{B29240B1-8912-4C62-AFDF-0FED4719D35B}" type="presParOf" srcId="{381559A5-6706-4C2F-B2A8-30354F514306}" destId="{4452FE12-0921-46DE-80BF-D987D162FEB5}" srcOrd="2" destOrd="0" presId="urn:microsoft.com/office/officeart/2018/5/layout/IconCircleLabelList"/>
    <dgm:cxn modelId="{57706E46-2F4F-4326-972B-8E3DA34DF819}" type="presParOf" srcId="{381559A5-6706-4C2F-B2A8-30354F514306}" destId="{F0A86AC5-5555-4108-B48E-05D1F37A0034}" srcOrd="3" destOrd="0" presId="urn:microsoft.com/office/officeart/2018/5/layout/IconCircleLabelList"/>
    <dgm:cxn modelId="{01EE2947-6BE0-4389-BE44-D772B9FA3E36}" type="presParOf" srcId="{F47AA515-AA9A-45D3-A4B8-5A2143B46374}" destId="{9215E089-E8D9-4AC8-BDA1-9AC85D1E7797}" srcOrd="1" destOrd="0" presId="urn:microsoft.com/office/officeart/2018/5/layout/IconCircleLabelList"/>
    <dgm:cxn modelId="{DDAFB791-CEA6-4ADC-8345-99C67DC7918A}" type="presParOf" srcId="{F47AA515-AA9A-45D3-A4B8-5A2143B46374}" destId="{3E2B32F2-650C-4385-8C78-9E220C9DECB6}" srcOrd="2" destOrd="0" presId="urn:microsoft.com/office/officeart/2018/5/layout/IconCircleLabelList"/>
    <dgm:cxn modelId="{E3FC78A9-09F8-4C42-9BB1-D4901D995324}" type="presParOf" srcId="{3E2B32F2-650C-4385-8C78-9E220C9DECB6}" destId="{DC79AD47-7AC9-46CD-AF29-9A870C8EDBBD}" srcOrd="0" destOrd="0" presId="urn:microsoft.com/office/officeart/2018/5/layout/IconCircleLabelList"/>
    <dgm:cxn modelId="{25020BE6-867E-4CFF-901A-A3C938F776A4}" type="presParOf" srcId="{3E2B32F2-650C-4385-8C78-9E220C9DECB6}" destId="{B0256D73-B915-4448-A69A-2832C8245098}" srcOrd="1" destOrd="0" presId="urn:microsoft.com/office/officeart/2018/5/layout/IconCircleLabelList"/>
    <dgm:cxn modelId="{8B093802-D36F-4902-8684-76423A8252E7}" type="presParOf" srcId="{3E2B32F2-650C-4385-8C78-9E220C9DECB6}" destId="{361923EE-88BA-4D35-BD59-CC7723246982}" srcOrd="2" destOrd="0" presId="urn:microsoft.com/office/officeart/2018/5/layout/IconCircleLabelList"/>
    <dgm:cxn modelId="{347F78CB-3380-4748-B5D0-A9FAED213E84}" type="presParOf" srcId="{3E2B32F2-650C-4385-8C78-9E220C9DECB6}" destId="{30BCB24C-F364-4A51-AFB5-997B791CBB57}" srcOrd="3" destOrd="0" presId="urn:microsoft.com/office/officeart/2018/5/layout/IconCircleLabelList"/>
    <dgm:cxn modelId="{86D48F62-E256-4438-B306-C97ADEDDA2A7}" type="presParOf" srcId="{F47AA515-AA9A-45D3-A4B8-5A2143B46374}" destId="{AF5E23CF-57F6-4E35-9ABC-65CE3F56DB26}" srcOrd="3" destOrd="0" presId="urn:microsoft.com/office/officeart/2018/5/layout/IconCircleLabelList"/>
    <dgm:cxn modelId="{BD253646-9725-4447-BA3F-62143C0E595F}" type="presParOf" srcId="{F47AA515-AA9A-45D3-A4B8-5A2143B46374}" destId="{E569442F-2A11-4056-BE15-B4B4E435D63B}" srcOrd="4" destOrd="0" presId="urn:microsoft.com/office/officeart/2018/5/layout/IconCircleLabelList"/>
    <dgm:cxn modelId="{F3363907-D5BC-4DD8-BE65-28F85D03A28E}" type="presParOf" srcId="{E569442F-2A11-4056-BE15-B4B4E435D63B}" destId="{A9BE4E20-FFEB-43A8-AF2D-4D8142292A52}" srcOrd="0" destOrd="0" presId="urn:microsoft.com/office/officeart/2018/5/layout/IconCircleLabelList"/>
    <dgm:cxn modelId="{94FC5BB0-E7D9-438A-BBF4-2781A107D3FF}" type="presParOf" srcId="{E569442F-2A11-4056-BE15-B4B4E435D63B}" destId="{247E1D08-23B9-4CA8-94D7-1DAF4E08633A}" srcOrd="1" destOrd="0" presId="urn:microsoft.com/office/officeart/2018/5/layout/IconCircleLabelList"/>
    <dgm:cxn modelId="{BF227C3A-E683-46B6-8BC1-13EF39074777}" type="presParOf" srcId="{E569442F-2A11-4056-BE15-B4B4E435D63B}" destId="{C61A7F13-E436-469B-A298-E713B4A80919}" srcOrd="2" destOrd="0" presId="urn:microsoft.com/office/officeart/2018/5/layout/IconCircleLabelList"/>
    <dgm:cxn modelId="{AF0D5F27-9FFF-4685-B542-483624A705AF}" type="presParOf" srcId="{E569442F-2A11-4056-BE15-B4B4E435D63B}" destId="{CEFFC01C-3BAD-482D-A9A6-8D1F6DD8C9E2}" srcOrd="3" destOrd="0" presId="urn:microsoft.com/office/officeart/2018/5/layout/IconCircleLabelList"/>
    <dgm:cxn modelId="{13826CF2-905E-4787-A1CB-A0822E36B273}" type="presParOf" srcId="{F47AA515-AA9A-45D3-A4B8-5A2143B46374}" destId="{90341D7A-685A-47E4-8915-CEC33F19E47A}" srcOrd="5" destOrd="0" presId="urn:microsoft.com/office/officeart/2018/5/layout/IconCircleLabelList"/>
    <dgm:cxn modelId="{E22DD319-97E0-4FC8-AFB4-545AA2F8CA7E}" type="presParOf" srcId="{F47AA515-AA9A-45D3-A4B8-5A2143B46374}" destId="{A5635B53-0505-422C-B619-1BBDF9940C37}" srcOrd="6" destOrd="0" presId="urn:microsoft.com/office/officeart/2018/5/layout/IconCircleLabelList"/>
    <dgm:cxn modelId="{55DCD5E7-62F2-4A18-BB9B-DA029B98EE9B}" type="presParOf" srcId="{A5635B53-0505-422C-B619-1BBDF9940C37}" destId="{1D6670FB-3FE9-4744-86BC-1C37A281721C}" srcOrd="0" destOrd="0" presId="urn:microsoft.com/office/officeart/2018/5/layout/IconCircleLabelList"/>
    <dgm:cxn modelId="{9CFB7D9E-8637-44F8-A24F-6831A71378DC}" type="presParOf" srcId="{A5635B53-0505-422C-B619-1BBDF9940C37}" destId="{6FEC08E7-294E-40FB-A10A-977D17B313A0}" srcOrd="1" destOrd="0" presId="urn:microsoft.com/office/officeart/2018/5/layout/IconCircleLabelList"/>
    <dgm:cxn modelId="{DB09C75D-F4ED-454A-86D4-1BBF63215A4C}" type="presParOf" srcId="{A5635B53-0505-422C-B619-1BBDF9940C37}" destId="{70FA0777-9F1F-4E3E-AB78-D29A3D475E85}" srcOrd="2" destOrd="0" presId="urn:microsoft.com/office/officeart/2018/5/layout/IconCircleLabelList"/>
    <dgm:cxn modelId="{86EE8D9E-786A-4AF0-BF9C-FE62F88FB1C7}" type="presParOf" srcId="{A5635B53-0505-422C-B619-1BBDF9940C37}" destId="{B34D709D-9EF3-47BA-99D2-D8E706DB959D}" srcOrd="3" destOrd="0" presId="urn:microsoft.com/office/officeart/2018/5/layout/IconCircleLabelList"/>
    <dgm:cxn modelId="{895CF7A4-5BDC-476D-9AEA-F48C419F4576}" type="presParOf" srcId="{F47AA515-AA9A-45D3-A4B8-5A2143B46374}" destId="{D5F3AE29-A617-4100-B7B5-F50B4816C6C5}" srcOrd="7" destOrd="0" presId="urn:microsoft.com/office/officeart/2018/5/layout/IconCircleLabelList"/>
    <dgm:cxn modelId="{79BBB640-D55A-4A5B-A6FB-050F03C6A8A1}" type="presParOf" srcId="{F47AA515-AA9A-45D3-A4B8-5A2143B46374}" destId="{FC377FB3-581C-451E-AC66-C6AEFC18DE42}" srcOrd="8" destOrd="0" presId="urn:microsoft.com/office/officeart/2018/5/layout/IconCircleLabelList"/>
    <dgm:cxn modelId="{CCF90B76-BB63-4377-AF80-F065C5B38B54}" type="presParOf" srcId="{FC377FB3-581C-451E-AC66-C6AEFC18DE42}" destId="{195BD12E-23D8-49CF-B453-DF44D92B24BA}" srcOrd="0" destOrd="0" presId="urn:microsoft.com/office/officeart/2018/5/layout/IconCircleLabelList"/>
    <dgm:cxn modelId="{1C6ADCBD-5C40-4558-AA24-2BD89E378C74}" type="presParOf" srcId="{FC377FB3-581C-451E-AC66-C6AEFC18DE42}" destId="{9CFBA7EC-D284-401F-BE0D-48CA7E9B01DF}" srcOrd="1" destOrd="0" presId="urn:microsoft.com/office/officeart/2018/5/layout/IconCircleLabelList"/>
    <dgm:cxn modelId="{C16F9CEF-EE03-474B-9E6B-04D8CA33A0CC}" type="presParOf" srcId="{FC377FB3-581C-451E-AC66-C6AEFC18DE42}" destId="{C9111488-EB39-4DDB-9F67-70B4F98DBB38}" srcOrd="2" destOrd="0" presId="urn:microsoft.com/office/officeart/2018/5/layout/IconCircleLabelList"/>
    <dgm:cxn modelId="{BFF70365-0DF5-4FE5-810B-241E94797156}" type="presParOf" srcId="{FC377FB3-581C-451E-AC66-C6AEFC18DE42}" destId="{EF42C81B-A98F-4A6F-AB94-162B55F3006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8BE1D3-D95E-4C43-A086-F66A8C31626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7205230-9A56-40FE-834D-B3CB972183AE}">
      <dgm:prSet/>
      <dgm:spPr/>
      <dgm:t>
        <a:bodyPr/>
        <a:lstStyle/>
        <a:p>
          <a:r>
            <a:rPr lang="en-US"/>
            <a:t>Objective: Enable tool-based reasoning recognition.</a:t>
          </a:r>
        </a:p>
      </dgm:t>
    </dgm:pt>
    <dgm:pt modelId="{BFFF2A44-062E-4D71-9E61-25A2B2794CA4}" type="parTrans" cxnId="{6C7C3395-51BF-4D25-BF7C-A23AA724ACCF}">
      <dgm:prSet/>
      <dgm:spPr/>
      <dgm:t>
        <a:bodyPr/>
        <a:lstStyle/>
        <a:p>
          <a:endParaRPr lang="en-US"/>
        </a:p>
      </dgm:t>
    </dgm:pt>
    <dgm:pt modelId="{912D6F87-E679-4F74-9B98-6E150C2F8B46}" type="sibTrans" cxnId="{6C7C3395-51BF-4D25-BF7C-A23AA724ACCF}">
      <dgm:prSet/>
      <dgm:spPr/>
      <dgm:t>
        <a:bodyPr/>
        <a:lstStyle/>
        <a:p>
          <a:endParaRPr lang="en-US"/>
        </a:p>
      </dgm:t>
    </dgm:pt>
    <dgm:pt modelId="{9619F826-7662-4A7B-8F8E-FBA529B60A31}">
      <dgm:prSet/>
      <dgm:spPr/>
      <dgm:t>
        <a:bodyPr/>
        <a:lstStyle/>
        <a:p>
          <a:r>
            <a:rPr lang="en-US"/>
            <a:t>Approach: Self-supervised fine-tuning using function-labeled text.</a:t>
          </a:r>
        </a:p>
      </dgm:t>
    </dgm:pt>
    <dgm:pt modelId="{14353E0C-C299-4BEB-816C-D2D04DA3887D}" type="parTrans" cxnId="{33B6FD0F-3E39-4EC7-AF74-EE416AD8AB91}">
      <dgm:prSet/>
      <dgm:spPr/>
      <dgm:t>
        <a:bodyPr/>
        <a:lstStyle/>
        <a:p>
          <a:endParaRPr lang="en-US"/>
        </a:p>
      </dgm:t>
    </dgm:pt>
    <dgm:pt modelId="{3E0ECC1E-2FF3-4A88-9D02-69DE7D3E9A0F}" type="sibTrans" cxnId="{33B6FD0F-3E39-4EC7-AF74-EE416AD8AB91}">
      <dgm:prSet/>
      <dgm:spPr/>
      <dgm:t>
        <a:bodyPr/>
        <a:lstStyle/>
        <a:p>
          <a:endParaRPr lang="en-US"/>
        </a:p>
      </dgm:t>
    </dgm:pt>
    <dgm:pt modelId="{BB99EE88-54BD-4867-9496-7C6B87037E61}">
      <dgm:prSet/>
      <dgm:spPr/>
      <dgm:t>
        <a:bodyPr/>
        <a:lstStyle/>
        <a:p>
          <a:r>
            <a:rPr lang="en-US"/>
            <a:t>Techniques:</a:t>
          </a:r>
        </a:p>
      </dgm:t>
    </dgm:pt>
    <dgm:pt modelId="{F1A50914-52D9-4C3C-A97E-7E9FF8866279}" type="parTrans" cxnId="{27553753-F51D-47AC-BED1-D634FF0B5F7C}">
      <dgm:prSet/>
      <dgm:spPr/>
      <dgm:t>
        <a:bodyPr/>
        <a:lstStyle/>
        <a:p>
          <a:endParaRPr lang="en-US"/>
        </a:p>
      </dgm:t>
    </dgm:pt>
    <dgm:pt modelId="{77555269-A18F-49F5-A8FE-21CC43C91EB0}" type="sibTrans" cxnId="{27553753-F51D-47AC-BED1-D634FF0B5F7C}">
      <dgm:prSet/>
      <dgm:spPr/>
      <dgm:t>
        <a:bodyPr/>
        <a:lstStyle/>
        <a:p>
          <a:endParaRPr lang="en-US"/>
        </a:p>
      </dgm:t>
    </dgm:pt>
    <dgm:pt modelId="{AEACFA45-1519-4C43-AA0B-E1A5A1223508}">
      <dgm:prSet/>
      <dgm:spPr/>
      <dgm:t>
        <a:bodyPr/>
        <a:lstStyle/>
        <a:p>
          <a:r>
            <a:rPr lang="en-US"/>
            <a:t>• LoRA adapters for efficiency.</a:t>
          </a:r>
        </a:p>
      </dgm:t>
    </dgm:pt>
    <dgm:pt modelId="{52A85F22-7484-495A-9617-2EA9A257A77A}" type="parTrans" cxnId="{90F632CC-2799-4D3C-B0CD-3D8D607FE1EF}">
      <dgm:prSet/>
      <dgm:spPr/>
      <dgm:t>
        <a:bodyPr/>
        <a:lstStyle/>
        <a:p>
          <a:endParaRPr lang="en-US"/>
        </a:p>
      </dgm:t>
    </dgm:pt>
    <dgm:pt modelId="{ED1EA8AF-04EA-43C9-8F21-2C123F843DC5}" type="sibTrans" cxnId="{90F632CC-2799-4D3C-B0CD-3D8D607FE1EF}">
      <dgm:prSet/>
      <dgm:spPr/>
      <dgm:t>
        <a:bodyPr/>
        <a:lstStyle/>
        <a:p>
          <a:endParaRPr lang="en-US"/>
        </a:p>
      </dgm:t>
    </dgm:pt>
    <dgm:pt modelId="{CA9026A0-9C41-487F-8340-E85A972BDA1F}">
      <dgm:prSet/>
      <dgm:spPr/>
      <dgm:t>
        <a:bodyPr/>
        <a:lstStyle/>
        <a:p>
          <a:r>
            <a:rPr lang="en-US"/>
            <a:t>• Transforming API-style calls into training text.</a:t>
          </a:r>
        </a:p>
      </dgm:t>
    </dgm:pt>
    <dgm:pt modelId="{E7211F9F-4627-4A66-903F-A3BAC1E965D4}" type="parTrans" cxnId="{33D411D8-CC0D-431A-9B51-C1A06C2D6A84}">
      <dgm:prSet/>
      <dgm:spPr/>
      <dgm:t>
        <a:bodyPr/>
        <a:lstStyle/>
        <a:p>
          <a:endParaRPr lang="en-US"/>
        </a:p>
      </dgm:t>
    </dgm:pt>
    <dgm:pt modelId="{CECBBF38-93C1-4372-9709-9CC9E16E1769}" type="sibTrans" cxnId="{33D411D8-CC0D-431A-9B51-C1A06C2D6A84}">
      <dgm:prSet/>
      <dgm:spPr/>
      <dgm:t>
        <a:bodyPr/>
        <a:lstStyle/>
        <a:p>
          <a:endParaRPr lang="en-US"/>
        </a:p>
      </dgm:t>
    </dgm:pt>
    <dgm:pt modelId="{12F7F7DC-49B9-4C14-90FF-315B92E8BBE5}">
      <dgm:prSet/>
      <dgm:spPr/>
      <dgm:t>
        <a:bodyPr/>
        <a:lstStyle/>
        <a:p>
          <a:r>
            <a:rPr lang="en-US"/>
            <a:t>Hardware: local GPU or Colab (8–12GB VRAM).</a:t>
          </a:r>
        </a:p>
      </dgm:t>
    </dgm:pt>
    <dgm:pt modelId="{2E7E5B51-2216-4CBE-831D-30B29D6B50D3}" type="parTrans" cxnId="{8761B0FD-FBA0-4CBB-AAF4-65A03C5BFD49}">
      <dgm:prSet/>
      <dgm:spPr/>
      <dgm:t>
        <a:bodyPr/>
        <a:lstStyle/>
        <a:p>
          <a:endParaRPr lang="en-US"/>
        </a:p>
      </dgm:t>
    </dgm:pt>
    <dgm:pt modelId="{BE8B88BD-FB22-4B9A-A5FE-4E51F1178235}" type="sibTrans" cxnId="{8761B0FD-FBA0-4CBB-AAF4-65A03C5BFD49}">
      <dgm:prSet/>
      <dgm:spPr/>
      <dgm:t>
        <a:bodyPr/>
        <a:lstStyle/>
        <a:p>
          <a:endParaRPr lang="en-US"/>
        </a:p>
      </dgm:t>
    </dgm:pt>
    <dgm:pt modelId="{88BD7E82-B5D7-48A6-B64E-90401A2735A2}" type="pres">
      <dgm:prSet presAssocID="{368BE1D3-D95E-4C43-A086-F66A8C316267}" presName="root" presStyleCnt="0">
        <dgm:presLayoutVars>
          <dgm:dir/>
          <dgm:resizeHandles val="exact"/>
        </dgm:presLayoutVars>
      </dgm:prSet>
      <dgm:spPr/>
    </dgm:pt>
    <dgm:pt modelId="{CC7BA32C-77BF-4115-93ED-F2E33D5C9BE2}" type="pres">
      <dgm:prSet presAssocID="{368BE1D3-D95E-4C43-A086-F66A8C316267}" presName="container" presStyleCnt="0">
        <dgm:presLayoutVars>
          <dgm:dir/>
          <dgm:resizeHandles val="exact"/>
        </dgm:presLayoutVars>
      </dgm:prSet>
      <dgm:spPr/>
    </dgm:pt>
    <dgm:pt modelId="{A376A0FD-304F-420D-809E-AFCC94487BFE}" type="pres">
      <dgm:prSet presAssocID="{37205230-9A56-40FE-834D-B3CB972183AE}" presName="compNode" presStyleCnt="0"/>
      <dgm:spPr/>
    </dgm:pt>
    <dgm:pt modelId="{3BF96B00-DBE1-4FFB-A0B3-7CD186266D15}" type="pres">
      <dgm:prSet presAssocID="{37205230-9A56-40FE-834D-B3CB972183AE}" presName="iconBgRect" presStyleLbl="bgShp" presStyleIdx="0" presStyleCnt="6"/>
      <dgm:spPr/>
    </dgm:pt>
    <dgm:pt modelId="{1A12BFA3-3181-4485-94CF-2688476DE2A0}" type="pres">
      <dgm:prSet presAssocID="{37205230-9A56-40FE-834D-B3CB972183A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3646D10-1AF3-4203-878D-879C5B8D182F}" type="pres">
      <dgm:prSet presAssocID="{37205230-9A56-40FE-834D-B3CB972183AE}" presName="spaceRect" presStyleCnt="0"/>
      <dgm:spPr/>
    </dgm:pt>
    <dgm:pt modelId="{CEFD7B98-5033-4B1E-9DD8-42E446C6AE81}" type="pres">
      <dgm:prSet presAssocID="{37205230-9A56-40FE-834D-B3CB972183AE}" presName="textRect" presStyleLbl="revTx" presStyleIdx="0" presStyleCnt="6">
        <dgm:presLayoutVars>
          <dgm:chMax val="1"/>
          <dgm:chPref val="1"/>
        </dgm:presLayoutVars>
      </dgm:prSet>
      <dgm:spPr/>
    </dgm:pt>
    <dgm:pt modelId="{C260A5C5-6C64-40E7-B1B6-8A187E0EA603}" type="pres">
      <dgm:prSet presAssocID="{912D6F87-E679-4F74-9B98-6E150C2F8B46}" presName="sibTrans" presStyleLbl="sibTrans2D1" presStyleIdx="0" presStyleCnt="0"/>
      <dgm:spPr/>
    </dgm:pt>
    <dgm:pt modelId="{878626F6-77ED-4020-A742-D654575D9FB3}" type="pres">
      <dgm:prSet presAssocID="{9619F826-7662-4A7B-8F8E-FBA529B60A31}" presName="compNode" presStyleCnt="0"/>
      <dgm:spPr/>
    </dgm:pt>
    <dgm:pt modelId="{678F1BF2-3D4E-49CC-BE41-76A0720A9D12}" type="pres">
      <dgm:prSet presAssocID="{9619F826-7662-4A7B-8F8E-FBA529B60A31}" presName="iconBgRect" presStyleLbl="bgShp" presStyleIdx="1" presStyleCnt="6"/>
      <dgm:spPr/>
    </dgm:pt>
    <dgm:pt modelId="{BA18620A-7F81-45D3-991A-A1DA9E76769F}" type="pres">
      <dgm:prSet presAssocID="{9619F826-7662-4A7B-8F8E-FBA529B60A3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7547D31E-4534-4730-B50D-37D7F47A8D91}" type="pres">
      <dgm:prSet presAssocID="{9619F826-7662-4A7B-8F8E-FBA529B60A31}" presName="spaceRect" presStyleCnt="0"/>
      <dgm:spPr/>
    </dgm:pt>
    <dgm:pt modelId="{AF002BB3-ED16-471D-A557-67F2F9731B6D}" type="pres">
      <dgm:prSet presAssocID="{9619F826-7662-4A7B-8F8E-FBA529B60A31}" presName="textRect" presStyleLbl="revTx" presStyleIdx="1" presStyleCnt="6">
        <dgm:presLayoutVars>
          <dgm:chMax val="1"/>
          <dgm:chPref val="1"/>
        </dgm:presLayoutVars>
      </dgm:prSet>
      <dgm:spPr/>
    </dgm:pt>
    <dgm:pt modelId="{0D1F375E-8A3E-46C9-8782-9431DB9365F5}" type="pres">
      <dgm:prSet presAssocID="{3E0ECC1E-2FF3-4A88-9D02-69DE7D3E9A0F}" presName="sibTrans" presStyleLbl="sibTrans2D1" presStyleIdx="0" presStyleCnt="0"/>
      <dgm:spPr/>
    </dgm:pt>
    <dgm:pt modelId="{208B4FA2-8483-415E-A0CB-6D562BBF16E9}" type="pres">
      <dgm:prSet presAssocID="{BB99EE88-54BD-4867-9496-7C6B87037E61}" presName="compNode" presStyleCnt="0"/>
      <dgm:spPr/>
    </dgm:pt>
    <dgm:pt modelId="{8C379E26-5F10-4B85-A751-564C23DA7474}" type="pres">
      <dgm:prSet presAssocID="{BB99EE88-54BD-4867-9496-7C6B87037E61}" presName="iconBgRect" presStyleLbl="bgShp" presStyleIdx="2" presStyleCnt="6"/>
      <dgm:spPr/>
    </dgm:pt>
    <dgm:pt modelId="{9A378A62-D599-409D-AEBB-C7ECC4185A2F}" type="pres">
      <dgm:prSet presAssocID="{BB99EE88-54BD-4867-9496-7C6B87037E6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B0398208-90FA-4BD8-A99E-EF95C777E228}" type="pres">
      <dgm:prSet presAssocID="{BB99EE88-54BD-4867-9496-7C6B87037E61}" presName="spaceRect" presStyleCnt="0"/>
      <dgm:spPr/>
    </dgm:pt>
    <dgm:pt modelId="{13DBFE75-812A-4244-91D8-FB90A00EFA20}" type="pres">
      <dgm:prSet presAssocID="{BB99EE88-54BD-4867-9496-7C6B87037E61}" presName="textRect" presStyleLbl="revTx" presStyleIdx="2" presStyleCnt="6">
        <dgm:presLayoutVars>
          <dgm:chMax val="1"/>
          <dgm:chPref val="1"/>
        </dgm:presLayoutVars>
      </dgm:prSet>
      <dgm:spPr/>
    </dgm:pt>
    <dgm:pt modelId="{ABF62201-B9BC-4601-9EB7-326689286B92}" type="pres">
      <dgm:prSet presAssocID="{77555269-A18F-49F5-A8FE-21CC43C91EB0}" presName="sibTrans" presStyleLbl="sibTrans2D1" presStyleIdx="0" presStyleCnt="0"/>
      <dgm:spPr/>
    </dgm:pt>
    <dgm:pt modelId="{75280101-D903-41BD-8407-40ECA093D118}" type="pres">
      <dgm:prSet presAssocID="{AEACFA45-1519-4C43-AA0B-E1A5A1223508}" presName="compNode" presStyleCnt="0"/>
      <dgm:spPr/>
    </dgm:pt>
    <dgm:pt modelId="{D96CBCFE-A339-4EBD-BB49-54FDB11692D1}" type="pres">
      <dgm:prSet presAssocID="{AEACFA45-1519-4C43-AA0B-E1A5A1223508}" presName="iconBgRect" presStyleLbl="bgShp" presStyleIdx="3" presStyleCnt="6"/>
      <dgm:spPr/>
    </dgm:pt>
    <dgm:pt modelId="{F17B913E-F41D-4315-A2A5-9622202F8941}" type="pres">
      <dgm:prSet presAssocID="{AEACFA45-1519-4C43-AA0B-E1A5A122350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67F69EA-7915-4790-A733-CE0A61BD295F}" type="pres">
      <dgm:prSet presAssocID="{AEACFA45-1519-4C43-AA0B-E1A5A1223508}" presName="spaceRect" presStyleCnt="0"/>
      <dgm:spPr/>
    </dgm:pt>
    <dgm:pt modelId="{AE272B51-362F-4402-966E-ED4E065AD6EA}" type="pres">
      <dgm:prSet presAssocID="{AEACFA45-1519-4C43-AA0B-E1A5A1223508}" presName="textRect" presStyleLbl="revTx" presStyleIdx="3" presStyleCnt="6">
        <dgm:presLayoutVars>
          <dgm:chMax val="1"/>
          <dgm:chPref val="1"/>
        </dgm:presLayoutVars>
      </dgm:prSet>
      <dgm:spPr/>
    </dgm:pt>
    <dgm:pt modelId="{32022AF4-755C-4382-A07B-B6DC2C16889B}" type="pres">
      <dgm:prSet presAssocID="{ED1EA8AF-04EA-43C9-8F21-2C123F843DC5}" presName="sibTrans" presStyleLbl="sibTrans2D1" presStyleIdx="0" presStyleCnt="0"/>
      <dgm:spPr/>
    </dgm:pt>
    <dgm:pt modelId="{56D22880-06DC-4B8B-A32D-5757A64D79A8}" type="pres">
      <dgm:prSet presAssocID="{CA9026A0-9C41-487F-8340-E85A972BDA1F}" presName="compNode" presStyleCnt="0"/>
      <dgm:spPr/>
    </dgm:pt>
    <dgm:pt modelId="{67AD2160-0D40-494E-A03C-3EDCE81477F5}" type="pres">
      <dgm:prSet presAssocID="{CA9026A0-9C41-487F-8340-E85A972BDA1F}" presName="iconBgRect" presStyleLbl="bgShp" presStyleIdx="4" presStyleCnt="6"/>
      <dgm:spPr/>
    </dgm:pt>
    <dgm:pt modelId="{60194FFF-7E27-4BCC-85D4-7852713170E3}" type="pres">
      <dgm:prSet presAssocID="{CA9026A0-9C41-487F-8340-E85A972BDA1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A0332D0-590E-41EF-8CFD-C3DBBE380C34}" type="pres">
      <dgm:prSet presAssocID="{CA9026A0-9C41-487F-8340-E85A972BDA1F}" presName="spaceRect" presStyleCnt="0"/>
      <dgm:spPr/>
    </dgm:pt>
    <dgm:pt modelId="{9EB8D801-9DFA-4742-8A68-6C7F5CC3D4AD}" type="pres">
      <dgm:prSet presAssocID="{CA9026A0-9C41-487F-8340-E85A972BDA1F}" presName="textRect" presStyleLbl="revTx" presStyleIdx="4" presStyleCnt="6">
        <dgm:presLayoutVars>
          <dgm:chMax val="1"/>
          <dgm:chPref val="1"/>
        </dgm:presLayoutVars>
      </dgm:prSet>
      <dgm:spPr/>
    </dgm:pt>
    <dgm:pt modelId="{E931AE45-1517-4828-B143-BA3562B66773}" type="pres">
      <dgm:prSet presAssocID="{CECBBF38-93C1-4372-9709-9CC9E16E1769}" presName="sibTrans" presStyleLbl="sibTrans2D1" presStyleIdx="0" presStyleCnt="0"/>
      <dgm:spPr/>
    </dgm:pt>
    <dgm:pt modelId="{1C50042B-5D70-41B5-8891-377D45667100}" type="pres">
      <dgm:prSet presAssocID="{12F7F7DC-49B9-4C14-90FF-315B92E8BBE5}" presName="compNode" presStyleCnt="0"/>
      <dgm:spPr/>
    </dgm:pt>
    <dgm:pt modelId="{E54293F9-B692-47E5-9152-E7E46287E168}" type="pres">
      <dgm:prSet presAssocID="{12F7F7DC-49B9-4C14-90FF-315B92E8BBE5}" presName="iconBgRect" presStyleLbl="bgShp" presStyleIdx="5" presStyleCnt="6"/>
      <dgm:spPr/>
    </dgm:pt>
    <dgm:pt modelId="{2A6F0C1F-B29A-41E7-B0F3-26F4CBB35D63}" type="pres">
      <dgm:prSet presAssocID="{12F7F7DC-49B9-4C14-90FF-315B92E8BBE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71284E5-5084-4FA5-99AA-FEAE0567E995}" type="pres">
      <dgm:prSet presAssocID="{12F7F7DC-49B9-4C14-90FF-315B92E8BBE5}" presName="spaceRect" presStyleCnt="0"/>
      <dgm:spPr/>
    </dgm:pt>
    <dgm:pt modelId="{8225C66A-601C-47FC-B075-866062E565FB}" type="pres">
      <dgm:prSet presAssocID="{12F7F7DC-49B9-4C14-90FF-315B92E8BBE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81A8005-B91B-4861-95BE-ABF888D7170C}" type="presOf" srcId="{912D6F87-E679-4F74-9B98-6E150C2F8B46}" destId="{C260A5C5-6C64-40E7-B1B6-8A187E0EA603}" srcOrd="0" destOrd="0" presId="urn:microsoft.com/office/officeart/2018/2/layout/IconCircleList"/>
    <dgm:cxn modelId="{33B6FD0F-3E39-4EC7-AF74-EE416AD8AB91}" srcId="{368BE1D3-D95E-4C43-A086-F66A8C316267}" destId="{9619F826-7662-4A7B-8F8E-FBA529B60A31}" srcOrd="1" destOrd="0" parTransId="{14353E0C-C299-4BEB-816C-D2D04DA3887D}" sibTransId="{3E0ECC1E-2FF3-4A88-9D02-69DE7D3E9A0F}"/>
    <dgm:cxn modelId="{0C0E651F-5346-40CA-B92D-D8D32D1954F3}" type="presOf" srcId="{37205230-9A56-40FE-834D-B3CB972183AE}" destId="{CEFD7B98-5033-4B1E-9DD8-42E446C6AE81}" srcOrd="0" destOrd="0" presId="urn:microsoft.com/office/officeart/2018/2/layout/IconCircleList"/>
    <dgm:cxn modelId="{30A9D131-2617-48FC-8067-B38E01FAEC71}" type="presOf" srcId="{3E0ECC1E-2FF3-4A88-9D02-69DE7D3E9A0F}" destId="{0D1F375E-8A3E-46C9-8782-9431DB9365F5}" srcOrd="0" destOrd="0" presId="urn:microsoft.com/office/officeart/2018/2/layout/IconCircleList"/>
    <dgm:cxn modelId="{857AB43F-F8C1-4C98-A2AA-6F1D48662FB2}" type="presOf" srcId="{CECBBF38-93C1-4372-9709-9CC9E16E1769}" destId="{E931AE45-1517-4828-B143-BA3562B66773}" srcOrd="0" destOrd="0" presId="urn:microsoft.com/office/officeart/2018/2/layout/IconCircleList"/>
    <dgm:cxn modelId="{B5651D41-ED75-4C57-A246-352A2F50B411}" type="presOf" srcId="{ED1EA8AF-04EA-43C9-8F21-2C123F843DC5}" destId="{32022AF4-755C-4382-A07B-B6DC2C16889B}" srcOrd="0" destOrd="0" presId="urn:microsoft.com/office/officeart/2018/2/layout/IconCircleList"/>
    <dgm:cxn modelId="{D14FE746-F0F7-4BB7-993E-997BB005B625}" type="presOf" srcId="{12F7F7DC-49B9-4C14-90FF-315B92E8BBE5}" destId="{8225C66A-601C-47FC-B075-866062E565FB}" srcOrd="0" destOrd="0" presId="urn:microsoft.com/office/officeart/2018/2/layout/IconCircleList"/>
    <dgm:cxn modelId="{6F35406B-36B4-4119-A4BB-F6E5C993AB14}" type="presOf" srcId="{BB99EE88-54BD-4867-9496-7C6B87037E61}" destId="{13DBFE75-812A-4244-91D8-FB90A00EFA20}" srcOrd="0" destOrd="0" presId="urn:microsoft.com/office/officeart/2018/2/layout/IconCircleList"/>
    <dgm:cxn modelId="{27553753-F51D-47AC-BED1-D634FF0B5F7C}" srcId="{368BE1D3-D95E-4C43-A086-F66A8C316267}" destId="{BB99EE88-54BD-4867-9496-7C6B87037E61}" srcOrd="2" destOrd="0" parTransId="{F1A50914-52D9-4C3C-A97E-7E9FF8866279}" sibTransId="{77555269-A18F-49F5-A8FE-21CC43C91EB0}"/>
    <dgm:cxn modelId="{D4594253-DB0B-4884-A126-4B3958DEBB95}" type="presOf" srcId="{AEACFA45-1519-4C43-AA0B-E1A5A1223508}" destId="{AE272B51-362F-4402-966E-ED4E065AD6EA}" srcOrd="0" destOrd="0" presId="urn:microsoft.com/office/officeart/2018/2/layout/IconCircleList"/>
    <dgm:cxn modelId="{4AD30686-84DD-452B-994A-CD38ACC9D0F8}" type="presOf" srcId="{9619F826-7662-4A7B-8F8E-FBA529B60A31}" destId="{AF002BB3-ED16-471D-A557-67F2F9731B6D}" srcOrd="0" destOrd="0" presId="urn:microsoft.com/office/officeart/2018/2/layout/IconCircleList"/>
    <dgm:cxn modelId="{6C7C3395-51BF-4D25-BF7C-A23AA724ACCF}" srcId="{368BE1D3-D95E-4C43-A086-F66A8C316267}" destId="{37205230-9A56-40FE-834D-B3CB972183AE}" srcOrd="0" destOrd="0" parTransId="{BFFF2A44-062E-4D71-9E61-25A2B2794CA4}" sibTransId="{912D6F87-E679-4F74-9B98-6E150C2F8B46}"/>
    <dgm:cxn modelId="{98B700B2-4357-4403-917E-191B6C76FCD6}" type="presOf" srcId="{77555269-A18F-49F5-A8FE-21CC43C91EB0}" destId="{ABF62201-B9BC-4601-9EB7-326689286B92}" srcOrd="0" destOrd="0" presId="urn:microsoft.com/office/officeart/2018/2/layout/IconCircleList"/>
    <dgm:cxn modelId="{90F632CC-2799-4D3C-B0CD-3D8D607FE1EF}" srcId="{368BE1D3-D95E-4C43-A086-F66A8C316267}" destId="{AEACFA45-1519-4C43-AA0B-E1A5A1223508}" srcOrd="3" destOrd="0" parTransId="{52A85F22-7484-495A-9617-2EA9A257A77A}" sibTransId="{ED1EA8AF-04EA-43C9-8F21-2C123F843DC5}"/>
    <dgm:cxn modelId="{C28FBECF-7911-4C3F-95B0-CD6971D6F672}" type="presOf" srcId="{368BE1D3-D95E-4C43-A086-F66A8C316267}" destId="{88BD7E82-B5D7-48A6-B64E-90401A2735A2}" srcOrd="0" destOrd="0" presId="urn:microsoft.com/office/officeart/2018/2/layout/IconCircleList"/>
    <dgm:cxn modelId="{150666D5-D2A3-464B-908F-B43BAB9A535D}" type="presOf" srcId="{CA9026A0-9C41-487F-8340-E85A972BDA1F}" destId="{9EB8D801-9DFA-4742-8A68-6C7F5CC3D4AD}" srcOrd="0" destOrd="0" presId="urn:microsoft.com/office/officeart/2018/2/layout/IconCircleList"/>
    <dgm:cxn modelId="{33D411D8-CC0D-431A-9B51-C1A06C2D6A84}" srcId="{368BE1D3-D95E-4C43-A086-F66A8C316267}" destId="{CA9026A0-9C41-487F-8340-E85A972BDA1F}" srcOrd="4" destOrd="0" parTransId="{E7211F9F-4627-4A66-903F-A3BAC1E965D4}" sibTransId="{CECBBF38-93C1-4372-9709-9CC9E16E1769}"/>
    <dgm:cxn modelId="{8761B0FD-FBA0-4CBB-AAF4-65A03C5BFD49}" srcId="{368BE1D3-D95E-4C43-A086-F66A8C316267}" destId="{12F7F7DC-49B9-4C14-90FF-315B92E8BBE5}" srcOrd="5" destOrd="0" parTransId="{2E7E5B51-2216-4CBE-831D-30B29D6B50D3}" sibTransId="{BE8B88BD-FB22-4B9A-A5FE-4E51F1178235}"/>
    <dgm:cxn modelId="{DC703F9A-37BD-4421-9D6A-D0150B2413A4}" type="presParOf" srcId="{88BD7E82-B5D7-48A6-B64E-90401A2735A2}" destId="{CC7BA32C-77BF-4115-93ED-F2E33D5C9BE2}" srcOrd="0" destOrd="0" presId="urn:microsoft.com/office/officeart/2018/2/layout/IconCircleList"/>
    <dgm:cxn modelId="{F5AA5E64-2168-4267-A570-3CF299D0C7B3}" type="presParOf" srcId="{CC7BA32C-77BF-4115-93ED-F2E33D5C9BE2}" destId="{A376A0FD-304F-420D-809E-AFCC94487BFE}" srcOrd="0" destOrd="0" presId="urn:microsoft.com/office/officeart/2018/2/layout/IconCircleList"/>
    <dgm:cxn modelId="{AF963B3B-49D0-46F9-AF1C-8E5B9371F0E8}" type="presParOf" srcId="{A376A0FD-304F-420D-809E-AFCC94487BFE}" destId="{3BF96B00-DBE1-4FFB-A0B3-7CD186266D15}" srcOrd="0" destOrd="0" presId="urn:microsoft.com/office/officeart/2018/2/layout/IconCircleList"/>
    <dgm:cxn modelId="{F6C1D8CF-B223-4C16-8C0F-932FC27ECE71}" type="presParOf" srcId="{A376A0FD-304F-420D-809E-AFCC94487BFE}" destId="{1A12BFA3-3181-4485-94CF-2688476DE2A0}" srcOrd="1" destOrd="0" presId="urn:microsoft.com/office/officeart/2018/2/layout/IconCircleList"/>
    <dgm:cxn modelId="{A19A74B6-42F9-4207-866D-9626FCF0018A}" type="presParOf" srcId="{A376A0FD-304F-420D-809E-AFCC94487BFE}" destId="{33646D10-1AF3-4203-878D-879C5B8D182F}" srcOrd="2" destOrd="0" presId="urn:microsoft.com/office/officeart/2018/2/layout/IconCircleList"/>
    <dgm:cxn modelId="{0FD977C0-8B37-4E70-9D10-CD418234E107}" type="presParOf" srcId="{A376A0FD-304F-420D-809E-AFCC94487BFE}" destId="{CEFD7B98-5033-4B1E-9DD8-42E446C6AE81}" srcOrd="3" destOrd="0" presId="urn:microsoft.com/office/officeart/2018/2/layout/IconCircleList"/>
    <dgm:cxn modelId="{AA646B3B-6023-4FA2-BAF6-28EB463A2A16}" type="presParOf" srcId="{CC7BA32C-77BF-4115-93ED-F2E33D5C9BE2}" destId="{C260A5C5-6C64-40E7-B1B6-8A187E0EA603}" srcOrd="1" destOrd="0" presId="urn:microsoft.com/office/officeart/2018/2/layout/IconCircleList"/>
    <dgm:cxn modelId="{550C901F-5F4A-4138-832B-A579B2B4C11A}" type="presParOf" srcId="{CC7BA32C-77BF-4115-93ED-F2E33D5C9BE2}" destId="{878626F6-77ED-4020-A742-D654575D9FB3}" srcOrd="2" destOrd="0" presId="urn:microsoft.com/office/officeart/2018/2/layout/IconCircleList"/>
    <dgm:cxn modelId="{F6F365E9-D0B5-49BB-945E-6F0080A2F928}" type="presParOf" srcId="{878626F6-77ED-4020-A742-D654575D9FB3}" destId="{678F1BF2-3D4E-49CC-BE41-76A0720A9D12}" srcOrd="0" destOrd="0" presId="urn:microsoft.com/office/officeart/2018/2/layout/IconCircleList"/>
    <dgm:cxn modelId="{FFCF185B-7020-4E71-A773-1C38D2DADC3C}" type="presParOf" srcId="{878626F6-77ED-4020-A742-D654575D9FB3}" destId="{BA18620A-7F81-45D3-991A-A1DA9E76769F}" srcOrd="1" destOrd="0" presId="urn:microsoft.com/office/officeart/2018/2/layout/IconCircleList"/>
    <dgm:cxn modelId="{A5B97A9F-53AD-4494-A2A7-08B945393ACE}" type="presParOf" srcId="{878626F6-77ED-4020-A742-D654575D9FB3}" destId="{7547D31E-4534-4730-B50D-37D7F47A8D91}" srcOrd="2" destOrd="0" presId="urn:microsoft.com/office/officeart/2018/2/layout/IconCircleList"/>
    <dgm:cxn modelId="{727DF830-32E9-4846-8E55-4F6B3238E34C}" type="presParOf" srcId="{878626F6-77ED-4020-A742-D654575D9FB3}" destId="{AF002BB3-ED16-471D-A557-67F2F9731B6D}" srcOrd="3" destOrd="0" presId="urn:microsoft.com/office/officeart/2018/2/layout/IconCircleList"/>
    <dgm:cxn modelId="{3325E935-3961-4525-9627-940FDE0A8C06}" type="presParOf" srcId="{CC7BA32C-77BF-4115-93ED-F2E33D5C9BE2}" destId="{0D1F375E-8A3E-46C9-8782-9431DB9365F5}" srcOrd="3" destOrd="0" presId="urn:microsoft.com/office/officeart/2018/2/layout/IconCircleList"/>
    <dgm:cxn modelId="{20AD02F2-4542-4DC8-9A97-ED561E6BB13D}" type="presParOf" srcId="{CC7BA32C-77BF-4115-93ED-F2E33D5C9BE2}" destId="{208B4FA2-8483-415E-A0CB-6D562BBF16E9}" srcOrd="4" destOrd="0" presId="urn:microsoft.com/office/officeart/2018/2/layout/IconCircleList"/>
    <dgm:cxn modelId="{B9CA91C9-682B-46D2-BDD2-2A4ECC0BFEAB}" type="presParOf" srcId="{208B4FA2-8483-415E-A0CB-6D562BBF16E9}" destId="{8C379E26-5F10-4B85-A751-564C23DA7474}" srcOrd="0" destOrd="0" presId="urn:microsoft.com/office/officeart/2018/2/layout/IconCircleList"/>
    <dgm:cxn modelId="{D531D6E5-441A-4D34-855A-8B018DCB1C05}" type="presParOf" srcId="{208B4FA2-8483-415E-A0CB-6D562BBF16E9}" destId="{9A378A62-D599-409D-AEBB-C7ECC4185A2F}" srcOrd="1" destOrd="0" presId="urn:microsoft.com/office/officeart/2018/2/layout/IconCircleList"/>
    <dgm:cxn modelId="{84366D31-3DFC-4287-93FE-B9C9E22841C6}" type="presParOf" srcId="{208B4FA2-8483-415E-A0CB-6D562BBF16E9}" destId="{B0398208-90FA-4BD8-A99E-EF95C777E228}" srcOrd="2" destOrd="0" presId="urn:microsoft.com/office/officeart/2018/2/layout/IconCircleList"/>
    <dgm:cxn modelId="{FC7E3AE4-A40E-461A-8C43-47A8E08763C2}" type="presParOf" srcId="{208B4FA2-8483-415E-A0CB-6D562BBF16E9}" destId="{13DBFE75-812A-4244-91D8-FB90A00EFA20}" srcOrd="3" destOrd="0" presId="urn:microsoft.com/office/officeart/2018/2/layout/IconCircleList"/>
    <dgm:cxn modelId="{4E0B5AEA-6570-4CEA-8AB0-6B87CDAA8812}" type="presParOf" srcId="{CC7BA32C-77BF-4115-93ED-F2E33D5C9BE2}" destId="{ABF62201-B9BC-4601-9EB7-326689286B92}" srcOrd="5" destOrd="0" presId="urn:microsoft.com/office/officeart/2018/2/layout/IconCircleList"/>
    <dgm:cxn modelId="{19AC6F2F-4599-46F3-8525-20816286C042}" type="presParOf" srcId="{CC7BA32C-77BF-4115-93ED-F2E33D5C9BE2}" destId="{75280101-D903-41BD-8407-40ECA093D118}" srcOrd="6" destOrd="0" presId="urn:microsoft.com/office/officeart/2018/2/layout/IconCircleList"/>
    <dgm:cxn modelId="{37246E9E-EC63-4CBB-895F-AF88271D2972}" type="presParOf" srcId="{75280101-D903-41BD-8407-40ECA093D118}" destId="{D96CBCFE-A339-4EBD-BB49-54FDB11692D1}" srcOrd="0" destOrd="0" presId="urn:microsoft.com/office/officeart/2018/2/layout/IconCircleList"/>
    <dgm:cxn modelId="{472D3A22-40D0-4A43-A4C8-7D66ED122552}" type="presParOf" srcId="{75280101-D903-41BD-8407-40ECA093D118}" destId="{F17B913E-F41D-4315-A2A5-9622202F8941}" srcOrd="1" destOrd="0" presId="urn:microsoft.com/office/officeart/2018/2/layout/IconCircleList"/>
    <dgm:cxn modelId="{02DDC7E7-A867-4F6E-914F-A296CFD86C5D}" type="presParOf" srcId="{75280101-D903-41BD-8407-40ECA093D118}" destId="{167F69EA-7915-4790-A733-CE0A61BD295F}" srcOrd="2" destOrd="0" presId="urn:microsoft.com/office/officeart/2018/2/layout/IconCircleList"/>
    <dgm:cxn modelId="{28CD764D-D7E9-4C00-A4BD-A9A6F9844A25}" type="presParOf" srcId="{75280101-D903-41BD-8407-40ECA093D118}" destId="{AE272B51-362F-4402-966E-ED4E065AD6EA}" srcOrd="3" destOrd="0" presId="urn:microsoft.com/office/officeart/2018/2/layout/IconCircleList"/>
    <dgm:cxn modelId="{32F2F0DE-B27F-42D9-B2CF-4A6646817FDC}" type="presParOf" srcId="{CC7BA32C-77BF-4115-93ED-F2E33D5C9BE2}" destId="{32022AF4-755C-4382-A07B-B6DC2C16889B}" srcOrd="7" destOrd="0" presId="urn:microsoft.com/office/officeart/2018/2/layout/IconCircleList"/>
    <dgm:cxn modelId="{37988A2B-5DC4-4B6E-8D72-C056EB87E3EA}" type="presParOf" srcId="{CC7BA32C-77BF-4115-93ED-F2E33D5C9BE2}" destId="{56D22880-06DC-4B8B-A32D-5757A64D79A8}" srcOrd="8" destOrd="0" presId="urn:microsoft.com/office/officeart/2018/2/layout/IconCircleList"/>
    <dgm:cxn modelId="{573B683B-4B64-4990-BC75-19385E80056E}" type="presParOf" srcId="{56D22880-06DC-4B8B-A32D-5757A64D79A8}" destId="{67AD2160-0D40-494E-A03C-3EDCE81477F5}" srcOrd="0" destOrd="0" presId="urn:microsoft.com/office/officeart/2018/2/layout/IconCircleList"/>
    <dgm:cxn modelId="{2409A28C-3BF6-4938-AAE7-849C1784CF43}" type="presParOf" srcId="{56D22880-06DC-4B8B-A32D-5757A64D79A8}" destId="{60194FFF-7E27-4BCC-85D4-7852713170E3}" srcOrd="1" destOrd="0" presId="urn:microsoft.com/office/officeart/2018/2/layout/IconCircleList"/>
    <dgm:cxn modelId="{EB0F8C13-AB89-4BC4-B1DE-7110139243C2}" type="presParOf" srcId="{56D22880-06DC-4B8B-A32D-5757A64D79A8}" destId="{BA0332D0-590E-41EF-8CFD-C3DBBE380C34}" srcOrd="2" destOrd="0" presId="urn:microsoft.com/office/officeart/2018/2/layout/IconCircleList"/>
    <dgm:cxn modelId="{19019B11-F8BC-4D8A-B127-96B22561166B}" type="presParOf" srcId="{56D22880-06DC-4B8B-A32D-5757A64D79A8}" destId="{9EB8D801-9DFA-4742-8A68-6C7F5CC3D4AD}" srcOrd="3" destOrd="0" presId="urn:microsoft.com/office/officeart/2018/2/layout/IconCircleList"/>
    <dgm:cxn modelId="{2668E2F3-3332-4AA6-9A23-AA8AD75A1ED0}" type="presParOf" srcId="{CC7BA32C-77BF-4115-93ED-F2E33D5C9BE2}" destId="{E931AE45-1517-4828-B143-BA3562B66773}" srcOrd="9" destOrd="0" presId="urn:microsoft.com/office/officeart/2018/2/layout/IconCircleList"/>
    <dgm:cxn modelId="{F8A09E9E-382E-4BBB-BAD2-A07AB639E3A5}" type="presParOf" srcId="{CC7BA32C-77BF-4115-93ED-F2E33D5C9BE2}" destId="{1C50042B-5D70-41B5-8891-377D45667100}" srcOrd="10" destOrd="0" presId="urn:microsoft.com/office/officeart/2018/2/layout/IconCircleList"/>
    <dgm:cxn modelId="{D739C157-59C3-410F-90F1-D9063012AB37}" type="presParOf" srcId="{1C50042B-5D70-41B5-8891-377D45667100}" destId="{E54293F9-B692-47E5-9152-E7E46287E168}" srcOrd="0" destOrd="0" presId="urn:microsoft.com/office/officeart/2018/2/layout/IconCircleList"/>
    <dgm:cxn modelId="{2EFC366A-4F35-42EE-A2A3-BBBCC089AAEB}" type="presParOf" srcId="{1C50042B-5D70-41B5-8891-377D45667100}" destId="{2A6F0C1F-B29A-41E7-B0F3-26F4CBB35D63}" srcOrd="1" destOrd="0" presId="urn:microsoft.com/office/officeart/2018/2/layout/IconCircleList"/>
    <dgm:cxn modelId="{EC5B8665-6AA5-4364-89DA-5D262DC40E7C}" type="presParOf" srcId="{1C50042B-5D70-41B5-8891-377D45667100}" destId="{D71284E5-5084-4FA5-99AA-FEAE0567E995}" srcOrd="2" destOrd="0" presId="urn:microsoft.com/office/officeart/2018/2/layout/IconCircleList"/>
    <dgm:cxn modelId="{6D4C26E8-3D1C-4D8B-A2DD-B42EF2A88F38}" type="presParOf" srcId="{1C50042B-5D70-41B5-8891-377D45667100}" destId="{8225C66A-601C-47FC-B075-866062E565F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4A1268-8EB6-4B5D-B1F8-35B016AC25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ED2ADE-6243-4758-BB44-E8032D3044CE}">
      <dgm:prSet/>
      <dgm:spPr/>
      <dgm:t>
        <a:bodyPr/>
        <a:lstStyle/>
        <a:p>
          <a:r>
            <a:rPr lang="en-US"/>
            <a:t>Purpose: Test model's tool use on new scenarios.</a:t>
          </a:r>
        </a:p>
      </dgm:t>
    </dgm:pt>
    <dgm:pt modelId="{E3F7C6BB-23F3-4A1E-B72F-9B87C09E0DA8}" type="parTrans" cxnId="{C58F15AF-DAC3-465D-BBEA-469B37FBA914}">
      <dgm:prSet/>
      <dgm:spPr/>
      <dgm:t>
        <a:bodyPr/>
        <a:lstStyle/>
        <a:p>
          <a:endParaRPr lang="en-US"/>
        </a:p>
      </dgm:t>
    </dgm:pt>
    <dgm:pt modelId="{2D9AC6D4-4F44-4F12-9E3D-5227428C00DB}" type="sibTrans" cxnId="{C58F15AF-DAC3-465D-BBEA-469B37FBA914}">
      <dgm:prSet/>
      <dgm:spPr/>
      <dgm:t>
        <a:bodyPr/>
        <a:lstStyle/>
        <a:p>
          <a:endParaRPr lang="en-US"/>
        </a:p>
      </dgm:t>
    </dgm:pt>
    <dgm:pt modelId="{9D84FA97-145C-4D21-94BE-A95BD577BA49}">
      <dgm:prSet/>
      <dgm:spPr/>
      <dgm:t>
        <a:bodyPr/>
        <a:lstStyle/>
        <a:p>
          <a:r>
            <a:rPr lang="en-US"/>
            <a:t>Tasks and Expected Tools:</a:t>
          </a:r>
        </a:p>
      </dgm:t>
    </dgm:pt>
    <dgm:pt modelId="{B02AE761-CB3A-4F51-B375-979567688960}" type="parTrans" cxnId="{19FC4999-3F34-4081-9F3A-B5B2A1F3E8D9}">
      <dgm:prSet/>
      <dgm:spPr/>
      <dgm:t>
        <a:bodyPr/>
        <a:lstStyle/>
        <a:p>
          <a:endParaRPr lang="en-US"/>
        </a:p>
      </dgm:t>
    </dgm:pt>
    <dgm:pt modelId="{B4AEBF16-43FD-4FD3-924B-3332BA035C80}" type="sibTrans" cxnId="{19FC4999-3F34-4081-9F3A-B5B2A1F3E8D9}">
      <dgm:prSet/>
      <dgm:spPr/>
      <dgm:t>
        <a:bodyPr/>
        <a:lstStyle/>
        <a:p>
          <a:endParaRPr lang="en-US"/>
        </a:p>
      </dgm:t>
    </dgm:pt>
    <dgm:pt modelId="{2C91AE1B-39F0-49BA-9060-4BD60ED35503}">
      <dgm:prSet/>
      <dgm:spPr/>
      <dgm:t>
        <a:bodyPr/>
        <a:lstStyle/>
        <a:p>
          <a:r>
            <a:rPr lang="en-US"/>
            <a:t>• Sentiment → analyze_sentiment()</a:t>
          </a:r>
        </a:p>
      </dgm:t>
    </dgm:pt>
    <dgm:pt modelId="{069F7C5B-AB85-4C47-BEAA-FD4C8FFEDD4B}" type="parTrans" cxnId="{9C4870A7-058B-44EE-B33D-47FF6ACC8B3C}">
      <dgm:prSet/>
      <dgm:spPr/>
      <dgm:t>
        <a:bodyPr/>
        <a:lstStyle/>
        <a:p>
          <a:endParaRPr lang="en-US"/>
        </a:p>
      </dgm:t>
    </dgm:pt>
    <dgm:pt modelId="{62404180-0FB7-4BA2-9BC9-BA0D9D628522}" type="sibTrans" cxnId="{9C4870A7-058B-44EE-B33D-47FF6ACC8B3C}">
      <dgm:prSet/>
      <dgm:spPr/>
      <dgm:t>
        <a:bodyPr/>
        <a:lstStyle/>
        <a:p>
          <a:endParaRPr lang="en-US"/>
        </a:p>
      </dgm:t>
    </dgm:pt>
    <dgm:pt modelId="{F3454347-9E35-4409-A658-DAFAC02A5A87}">
      <dgm:prSet/>
      <dgm:spPr/>
      <dgm:t>
        <a:bodyPr/>
        <a:lstStyle/>
        <a:p>
          <a:r>
            <a:rPr lang="en-US"/>
            <a:t>• Risk Analysis → calculate_portfolio_risk()</a:t>
          </a:r>
        </a:p>
      </dgm:t>
    </dgm:pt>
    <dgm:pt modelId="{33A9CBE0-7320-43B2-B0BE-9A99D6BC1118}" type="parTrans" cxnId="{98F0F2A2-D165-4480-95C4-8A9738F348CB}">
      <dgm:prSet/>
      <dgm:spPr/>
      <dgm:t>
        <a:bodyPr/>
        <a:lstStyle/>
        <a:p>
          <a:endParaRPr lang="en-US"/>
        </a:p>
      </dgm:t>
    </dgm:pt>
    <dgm:pt modelId="{DBB509C6-F938-4DB1-8507-543938492439}" type="sibTrans" cxnId="{98F0F2A2-D165-4480-95C4-8A9738F348CB}">
      <dgm:prSet/>
      <dgm:spPr/>
      <dgm:t>
        <a:bodyPr/>
        <a:lstStyle/>
        <a:p>
          <a:endParaRPr lang="en-US"/>
        </a:p>
      </dgm:t>
    </dgm:pt>
    <dgm:pt modelId="{ACF5ABF5-3D6D-423B-B182-EF2CEECCB0E7}">
      <dgm:prSet/>
      <dgm:spPr/>
      <dgm:t>
        <a:bodyPr/>
        <a:lstStyle/>
        <a:p>
          <a:r>
            <a:rPr lang="en-US"/>
            <a:t>• Data Query → get_stock_price()</a:t>
          </a:r>
        </a:p>
      </dgm:t>
    </dgm:pt>
    <dgm:pt modelId="{AA8211EB-740B-4B0E-9D14-AC76BB65F74B}" type="parTrans" cxnId="{54DA7076-389A-4388-8B47-29079407E296}">
      <dgm:prSet/>
      <dgm:spPr/>
      <dgm:t>
        <a:bodyPr/>
        <a:lstStyle/>
        <a:p>
          <a:endParaRPr lang="en-US"/>
        </a:p>
      </dgm:t>
    </dgm:pt>
    <dgm:pt modelId="{5A243132-E288-4651-B6F8-5CF06209ACC5}" type="sibTrans" cxnId="{54DA7076-389A-4388-8B47-29079407E296}">
      <dgm:prSet/>
      <dgm:spPr/>
      <dgm:t>
        <a:bodyPr/>
        <a:lstStyle/>
        <a:p>
          <a:endParaRPr lang="en-US"/>
        </a:p>
      </dgm:t>
    </dgm:pt>
    <dgm:pt modelId="{8C3032A0-2020-42DC-BA72-826EE28ACF0D}">
      <dgm:prSet/>
      <dgm:spPr/>
      <dgm:t>
        <a:bodyPr/>
        <a:lstStyle/>
        <a:p>
          <a:r>
            <a:rPr lang="en-US"/>
            <a:t>Labels: tool selection, argument accuracy, task success.</a:t>
          </a:r>
        </a:p>
      </dgm:t>
    </dgm:pt>
    <dgm:pt modelId="{45A068DA-2603-406B-9F90-B0B2E32BC37D}" type="parTrans" cxnId="{2FD60FC5-89E2-4352-A68C-E7BF63D452C8}">
      <dgm:prSet/>
      <dgm:spPr/>
      <dgm:t>
        <a:bodyPr/>
        <a:lstStyle/>
        <a:p>
          <a:endParaRPr lang="en-US"/>
        </a:p>
      </dgm:t>
    </dgm:pt>
    <dgm:pt modelId="{4445887D-CD3E-4B0E-8E04-139BE90FFBC6}" type="sibTrans" cxnId="{2FD60FC5-89E2-4352-A68C-E7BF63D452C8}">
      <dgm:prSet/>
      <dgm:spPr/>
      <dgm:t>
        <a:bodyPr/>
        <a:lstStyle/>
        <a:p>
          <a:endParaRPr lang="en-US"/>
        </a:p>
      </dgm:t>
    </dgm:pt>
    <dgm:pt modelId="{E768B550-C0C2-482B-9B26-6312D1347A9D}" type="pres">
      <dgm:prSet presAssocID="{674A1268-8EB6-4B5D-B1F8-35B016AC25F3}" presName="root" presStyleCnt="0">
        <dgm:presLayoutVars>
          <dgm:dir/>
          <dgm:resizeHandles val="exact"/>
        </dgm:presLayoutVars>
      </dgm:prSet>
      <dgm:spPr/>
    </dgm:pt>
    <dgm:pt modelId="{0232BA74-6F6B-4BC3-A8F8-C0320A9228A9}" type="pres">
      <dgm:prSet presAssocID="{09ED2ADE-6243-4758-BB44-E8032D3044CE}" presName="compNode" presStyleCnt="0"/>
      <dgm:spPr/>
    </dgm:pt>
    <dgm:pt modelId="{E958B759-39CA-430C-876C-620697B0FD3C}" type="pres">
      <dgm:prSet presAssocID="{09ED2ADE-6243-4758-BB44-E8032D3044CE}" presName="bgRect" presStyleLbl="bgShp" presStyleIdx="0" presStyleCnt="6"/>
      <dgm:spPr/>
    </dgm:pt>
    <dgm:pt modelId="{6AC8EA02-33F8-4B76-B42F-716A5BEA7B79}" type="pres">
      <dgm:prSet presAssocID="{09ED2ADE-6243-4758-BB44-E8032D3044C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9A70A04-AD56-4A34-980D-49EF5B4B277D}" type="pres">
      <dgm:prSet presAssocID="{09ED2ADE-6243-4758-BB44-E8032D3044CE}" presName="spaceRect" presStyleCnt="0"/>
      <dgm:spPr/>
    </dgm:pt>
    <dgm:pt modelId="{FEB65F9F-C02B-402D-8236-2149D3DE6F14}" type="pres">
      <dgm:prSet presAssocID="{09ED2ADE-6243-4758-BB44-E8032D3044CE}" presName="parTx" presStyleLbl="revTx" presStyleIdx="0" presStyleCnt="6">
        <dgm:presLayoutVars>
          <dgm:chMax val="0"/>
          <dgm:chPref val="0"/>
        </dgm:presLayoutVars>
      </dgm:prSet>
      <dgm:spPr/>
    </dgm:pt>
    <dgm:pt modelId="{C7F0BA9D-C925-4975-B5B2-BB44D008CF7C}" type="pres">
      <dgm:prSet presAssocID="{2D9AC6D4-4F44-4F12-9E3D-5227428C00DB}" presName="sibTrans" presStyleCnt="0"/>
      <dgm:spPr/>
    </dgm:pt>
    <dgm:pt modelId="{C7EBAC82-923D-41BB-8927-865BC5EFF8E1}" type="pres">
      <dgm:prSet presAssocID="{9D84FA97-145C-4D21-94BE-A95BD577BA49}" presName="compNode" presStyleCnt="0"/>
      <dgm:spPr/>
    </dgm:pt>
    <dgm:pt modelId="{88DD91C7-C637-4A09-B29D-F7FD22F49B52}" type="pres">
      <dgm:prSet presAssocID="{9D84FA97-145C-4D21-94BE-A95BD577BA49}" presName="bgRect" presStyleLbl="bgShp" presStyleIdx="1" presStyleCnt="6"/>
      <dgm:spPr/>
    </dgm:pt>
    <dgm:pt modelId="{AFC1569D-7B06-4DEA-B78D-0CB8F5A459D1}" type="pres">
      <dgm:prSet presAssocID="{9D84FA97-145C-4D21-94BE-A95BD577BA4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AC592EDC-CD62-4F5A-A571-09551F3AA7E7}" type="pres">
      <dgm:prSet presAssocID="{9D84FA97-145C-4D21-94BE-A95BD577BA49}" presName="spaceRect" presStyleCnt="0"/>
      <dgm:spPr/>
    </dgm:pt>
    <dgm:pt modelId="{7D3FD27C-B105-4061-8378-42DD9B5E7880}" type="pres">
      <dgm:prSet presAssocID="{9D84FA97-145C-4D21-94BE-A95BD577BA49}" presName="parTx" presStyleLbl="revTx" presStyleIdx="1" presStyleCnt="6">
        <dgm:presLayoutVars>
          <dgm:chMax val="0"/>
          <dgm:chPref val="0"/>
        </dgm:presLayoutVars>
      </dgm:prSet>
      <dgm:spPr/>
    </dgm:pt>
    <dgm:pt modelId="{08DE8C5E-FF97-4989-885E-63D7F472CDB8}" type="pres">
      <dgm:prSet presAssocID="{B4AEBF16-43FD-4FD3-924B-3332BA035C80}" presName="sibTrans" presStyleCnt="0"/>
      <dgm:spPr/>
    </dgm:pt>
    <dgm:pt modelId="{D099EAE8-D560-4AAA-8864-66644A7658B1}" type="pres">
      <dgm:prSet presAssocID="{2C91AE1B-39F0-49BA-9060-4BD60ED35503}" presName="compNode" presStyleCnt="0"/>
      <dgm:spPr/>
    </dgm:pt>
    <dgm:pt modelId="{EEDA00C9-9FFA-4CD1-AF99-CD1A15BCB129}" type="pres">
      <dgm:prSet presAssocID="{2C91AE1B-39F0-49BA-9060-4BD60ED35503}" presName="bgRect" presStyleLbl="bgShp" presStyleIdx="2" presStyleCnt="6"/>
      <dgm:spPr/>
    </dgm:pt>
    <dgm:pt modelId="{DF9DAF58-AE42-4D42-AF3B-7CC0C2E2F5F2}" type="pres">
      <dgm:prSet presAssocID="{2C91AE1B-39F0-49BA-9060-4BD60ED3550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DBD02CF-CD55-4278-A9C1-9B15278DD3E5}" type="pres">
      <dgm:prSet presAssocID="{2C91AE1B-39F0-49BA-9060-4BD60ED35503}" presName="spaceRect" presStyleCnt="0"/>
      <dgm:spPr/>
    </dgm:pt>
    <dgm:pt modelId="{8EA810C0-D1A6-436C-8D04-B417C2FCB497}" type="pres">
      <dgm:prSet presAssocID="{2C91AE1B-39F0-49BA-9060-4BD60ED35503}" presName="parTx" presStyleLbl="revTx" presStyleIdx="2" presStyleCnt="6">
        <dgm:presLayoutVars>
          <dgm:chMax val="0"/>
          <dgm:chPref val="0"/>
        </dgm:presLayoutVars>
      </dgm:prSet>
      <dgm:spPr/>
    </dgm:pt>
    <dgm:pt modelId="{DCF1D8B8-5B80-42DF-A119-DEDAE4680C38}" type="pres">
      <dgm:prSet presAssocID="{62404180-0FB7-4BA2-9BC9-BA0D9D628522}" presName="sibTrans" presStyleCnt="0"/>
      <dgm:spPr/>
    </dgm:pt>
    <dgm:pt modelId="{1CDBDCAB-B5B9-4B4E-8675-6A81AFB6AA34}" type="pres">
      <dgm:prSet presAssocID="{F3454347-9E35-4409-A658-DAFAC02A5A87}" presName="compNode" presStyleCnt="0"/>
      <dgm:spPr/>
    </dgm:pt>
    <dgm:pt modelId="{ECAB41BD-2D9A-4A7C-BE12-5544705FFDE7}" type="pres">
      <dgm:prSet presAssocID="{F3454347-9E35-4409-A658-DAFAC02A5A87}" presName="bgRect" presStyleLbl="bgShp" presStyleIdx="3" presStyleCnt="6"/>
      <dgm:spPr/>
    </dgm:pt>
    <dgm:pt modelId="{AD3C60EC-0DEC-4BE2-BBC3-97C81369443A}" type="pres">
      <dgm:prSet presAssocID="{F3454347-9E35-4409-A658-DAFAC02A5A8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8DFA0CD8-F05A-4940-B605-BC864ACC65CF}" type="pres">
      <dgm:prSet presAssocID="{F3454347-9E35-4409-A658-DAFAC02A5A87}" presName="spaceRect" presStyleCnt="0"/>
      <dgm:spPr/>
    </dgm:pt>
    <dgm:pt modelId="{D34F2D4A-E183-47ED-9453-5FFFD10B512E}" type="pres">
      <dgm:prSet presAssocID="{F3454347-9E35-4409-A658-DAFAC02A5A87}" presName="parTx" presStyleLbl="revTx" presStyleIdx="3" presStyleCnt="6">
        <dgm:presLayoutVars>
          <dgm:chMax val="0"/>
          <dgm:chPref val="0"/>
        </dgm:presLayoutVars>
      </dgm:prSet>
      <dgm:spPr/>
    </dgm:pt>
    <dgm:pt modelId="{C6229064-2F51-4D88-A31E-AAF2DC5B44E6}" type="pres">
      <dgm:prSet presAssocID="{DBB509C6-F938-4DB1-8507-543938492439}" presName="sibTrans" presStyleCnt="0"/>
      <dgm:spPr/>
    </dgm:pt>
    <dgm:pt modelId="{3122EF89-406C-4346-ABC7-B65C51BE0CB2}" type="pres">
      <dgm:prSet presAssocID="{ACF5ABF5-3D6D-423B-B182-EF2CEECCB0E7}" presName="compNode" presStyleCnt="0"/>
      <dgm:spPr/>
    </dgm:pt>
    <dgm:pt modelId="{C18C03A3-7F52-445F-8059-CEC7FAA1EC93}" type="pres">
      <dgm:prSet presAssocID="{ACF5ABF5-3D6D-423B-B182-EF2CEECCB0E7}" presName="bgRect" presStyleLbl="bgShp" presStyleIdx="4" presStyleCnt="6"/>
      <dgm:spPr/>
    </dgm:pt>
    <dgm:pt modelId="{61939C8F-9868-48A7-9B18-011561F34C1A}" type="pres">
      <dgm:prSet presAssocID="{ACF5ABF5-3D6D-423B-B182-EF2CEECCB0E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1048C7E8-68D5-4149-BF65-98FF6277BA32}" type="pres">
      <dgm:prSet presAssocID="{ACF5ABF5-3D6D-423B-B182-EF2CEECCB0E7}" presName="spaceRect" presStyleCnt="0"/>
      <dgm:spPr/>
    </dgm:pt>
    <dgm:pt modelId="{905208B6-C4F5-423F-898B-CFAF7DE9AE81}" type="pres">
      <dgm:prSet presAssocID="{ACF5ABF5-3D6D-423B-B182-EF2CEECCB0E7}" presName="parTx" presStyleLbl="revTx" presStyleIdx="4" presStyleCnt="6">
        <dgm:presLayoutVars>
          <dgm:chMax val="0"/>
          <dgm:chPref val="0"/>
        </dgm:presLayoutVars>
      </dgm:prSet>
      <dgm:spPr/>
    </dgm:pt>
    <dgm:pt modelId="{91B0BFB8-1FBE-4F94-B775-EFB2449401E5}" type="pres">
      <dgm:prSet presAssocID="{5A243132-E288-4651-B6F8-5CF06209ACC5}" presName="sibTrans" presStyleCnt="0"/>
      <dgm:spPr/>
    </dgm:pt>
    <dgm:pt modelId="{16F0A08A-CA01-4345-B5B8-E1375D79FFC1}" type="pres">
      <dgm:prSet presAssocID="{8C3032A0-2020-42DC-BA72-826EE28ACF0D}" presName="compNode" presStyleCnt="0"/>
      <dgm:spPr/>
    </dgm:pt>
    <dgm:pt modelId="{1859BA40-CEA8-4997-9E11-A6CE9BA36DC6}" type="pres">
      <dgm:prSet presAssocID="{8C3032A0-2020-42DC-BA72-826EE28ACF0D}" presName="bgRect" presStyleLbl="bgShp" presStyleIdx="5" presStyleCnt="6"/>
      <dgm:spPr/>
    </dgm:pt>
    <dgm:pt modelId="{BCC18F41-DE7D-4AFE-963D-4CC67EBB7814}" type="pres">
      <dgm:prSet presAssocID="{8C3032A0-2020-42DC-BA72-826EE28ACF0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65CFB882-9DEB-4634-B63D-743491FAD885}" type="pres">
      <dgm:prSet presAssocID="{8C3032A0-2020-42DC-BA72-826EE28ACF0D}" presName="spaceRect" presStyleCnt="0"/>
      <dgm:spPr/>
    </dgm:pt>
    <dgm:pt modelId="{18BB1BC8-74E8-4CF9-B57A-0C90B2E3E71E}" type="pres">
      <dgm:prSet presAssocID="{8C3032A0-2020-42DC-BA72-826EE28ACF0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ADB7A18-DC1E-4911-83F8-0B83AC87A3C4}" type="presOf" srcId="{2C91AE1B-39F0-49BA-9060-4BD60ED35503}" destId="{8EA810C0-D1A6-436C-8D04-B417C2FCB497}" srcOrd="0" destOrd="0" presId="urn:microsoft.com/office/officeart/2018/2/layout/IconVerticalSolidList"/>
    <dgm:cxn modelId="{0131A15E-1C9C-4FE0-8986-C08EEAD8C989}" type="presOf" srcId="{674A1268-8EB6-4B5D-B1F8-35B016AC25F3}" destId="{E768B550-C0C2-482B-9B26-6312D1347A9D}" srcOrd="0" destOrd="0" presId="urn:microsoft.com/office/officeart/2018/2/layout/IconVerticalSolidList"/>
    <dgm:cxn modelId="{54DA7076-389A-4388-8B47-29079407E296}" srcId="{674A1268-8EB6-4B5D-B1F8-35B016AC25F3}" destId="{ACF5ABF5-3D6D-423B-B182-EF2CEECCB0E7}" srcOrd="4" destOrd="0" parTransId="{AA8211EB-740B-4B0E-9D14-AC76BB65F74B}" sibTransId="{5A243132-E288-4651-B6F8-5CF06209ACC5}"/>
    <dgm:cxn modelId="{19FC4999-3F34-4081-9F3A-B5B2A1F3E8D9}" srcId="{674A1268-8EB6-4B5D-B1F8-35B016AC25F3}" destId="{9D84FA97-145C-4D21-94BE-A95BD577BA49}" srcOrd="1" destOrd="0" parTransId="{B02AE761-CB3A-4F51-B375-979567688960}" sibTransId="{B4AEBF16-43FD-4FD3-924B-3332BA035C80}"/>
    <dgm:cxn modelId="{98F0F2A2-D165-4480-95C4-8A9738F348CB}" srcId="{674A1268-8EB6-4B5D-B1F8-35B016AC25F3}" destId="{F3454347-9E35-4409-A658-DAFAC02A5A87}" srcOrd="3" destOrd="0" parTransId="{33A9CBE0-7320-43B2-B0BE-9A99D6BC1118}" sibTransId="{DBB509C6-F938-4DB1-8507-543938492439}"/>
    <dgm:cxn modelId="{A85654A5-E72A-4E94-8A8E-6B1B5B0AC110}" type="presOf" srcId="{9D84FA97-145C-4D21-94BE-A95BD577BA49}" destId="{7D3FD27C-B105-4061-8378-42DD9B5E7880}" srcOrd="0" destOrd="0" presId="urn:microsoft.com/office/officeart/2018/2/layout/IconVerticalSolidList"/>
    <dgm:cxn modelId="{9C4870A7-058B-44EE-B33D-47FF6ACC8B3C}" srcId="{674A1268-8EB6-4B5D-B1F8-35B016AC25F3}" destId="{2C91AE1B-39F0-49BA-9060-4BD60ED35503}" srcOrd="2" destOrd="0" parTransId="{069F7C5B-AB85-4C47-BEAA-FD4C8FFEDD4B}" sibTransId="{62404180-0FB7-4BA2-9BC9-BA0D9D628522}"/>
    <dgm:cxn modelId="{C58F15AF-DAC3-465D-BBEA-469B37FBA914}" srcId="{674A1268-8EB6-4B5D-B1F8-35B016AC25F3}" destId="{09ED2ADE-6243-4758-BB44-E8032D3044CE}" srcOrd="0" destOrd="0" parTransId="{E3F7C6BB-23F3-4A1E-B72F-9B87C09E0DA8}" sibTransId="{2D9AC6D4-4F44-4F12-9E3D-5227428C00DB}"/>
    <dgm:cxn modelId="{CC7C00C1-E2D2-4A43-A207-6FF790427FE6}" type="presOf" srcId="{ACF5ABF5-3D6D-423B-B182-EF2CEECCB0E7}" destId="{905208B6-C4F5-423F-898B-CFAF7DE9AE81}" srcOrd="0" destOrd="0" presId="urn:microsoft.com/office/officeart/2018/2/layout/IconVerticalSolidList"/>
    <dgm:cxn modelId="{8D3286C1-770E-4D70-A86D-4B69BCB1926D}" type="presOf" srcId="{F3454347-9E35-4409-A658-DAFAC02A5A87}" destId="{D34F2D4A-E183-47ED-9453-5FFFD10B512E}" srcOrd="0" destOrd="0" presId="urn:microsoft.com/office/officeart/2018/2/layout/IconVerticalSolidList"/>
    <dgm:cxn modelId="{2FD60FC5-89E2-4352-A68C-E7BF63D452C8}" srcId="{674A1268-8EB6-4B5D-B1F8-35B016AC25F3}" destId="{8C3032A0-2020-42DC-BA72-826EE28ACF0D}" srcOrd="5" destOrd="0" parTransId="{45A068DA-2603-406B-9F90-B0B2E32BC37D}" sibTransId="{4445887D-CD3E-4B0E-8E04-139BE90FFBC6}"/>
    <dgm:cxn modelId="{01A062DF-56DE-47B4-B007-1BDEC1B466C8}" type="presOf" srcId="{09ED2ADE-6243-4758-BB44-E8032D3044CE}" destId="{FEB65F9F-C02B-402D-8236-2149D3DE6F14}" srcOrd="0" destOrd="0" presId="urn:microsoft.com/office/officeart/2018/2/layout/IconVerticalSolidList"/>
    <dgm:cxn modelId="{CF5D93F6-DCB3-43C5-8010-EDF3699A2C9E}" type="presOf" srcId="{8C3032A0-2020-42DC-BA72-826EE28ACF0D}" destId="{18BB1BC8-74E8-4CF9-B57A-0C90B2E3E71E}" srcOrd="0" destOrd="0" presId="urn:microsoft.com/office/officeart/2018/2/layout/IconVerticalSolidList"/>
    <dgm:cxn modelId="{614273BA-F48A-4D21-A2DF-302D2F13A298}" type="presParOf" srcId="{E768B550-C0C2-482B-9B26-6312D1347A9D}" destId="{0232BA74-6F6B-4BC3-A8F8-C0320A9228A9}" srcOrd="0" destOrd="0" presId="urn:microsoft.com/office/officeart/2018/2/layout/IconVerticalSolidList"/>
    <dgm:cxn modelId="{5DBA7C60-C2D8-435A-A915-C61C571A6381}" type="presParOf" srcId="{0232BA74-6F6B-4BC3-A8F8-C0320A9228A9}" destId="{E958B759-39CA-430C-876C-620697B0FD3C}" srcOrd="0" destOrd="0" presId="urn:microsoft.com/office/officeart/2018/2/layout/IconVerticalSolidList"/>
    <dgm:cxn modelId="{7C23952B-3CF6-48A1-8E05-54B4A6545903}" type="presParOf" srcId="{0232BA74-6F6B-4BC3-A8F8-C0320A9228A9}" destId="{6AC8EA02-33F8-4B76-B42F-716A5BEA7B79}" srcOrd="1" destOrd="0" presId="urn:microsoft.com/office/officeart/2018/2/layout/IconVerticalSolidList"/>
    <dgm:cxn modelId="{257D10CA-C3FE-44F4-B2F2-9601815EE172}" type="presParOf" srcId="{0232BA74-6F6B-4BC3-A8F8-C0320A9228A9}" destId="{A9A70A04-AD56-4A34-980D-49EF5B4B277D}" srcOrd="2" destOrd="0" presId="urn:microsoft.com/office/officeart/2018/2/layout/IconVerticalSolidList"/>
    <dgm:cxn modelId="{2A58EA4F-40F3-45CB-9776-B78CF4774943}" type="presParOf" srcId="{0232BA74-6F6B-4BC3-A8F8-C0320A9228A9}" destId="{FEB65F9F-C02B-402D-8236-2149D3DE6F14}" srcOrd="3" destOrd="0" presId="urn:microsoft.com/office/officeart/2018/2/layout/IconVerticalSolidList"/>
    <dgm:cxn modelId="{87AB819B-32DD-4908-B148-1A2DCC9ABCB7}" type="presParOf" srcId="{E768B550-C0C2-482B-9B26-6312D1347A9D}" destId="{C7F0BA9D-C925-4975-B5B2-BB44D008CF7C}" srcOrd="1" destOrd="0" presId="urn:microsoft.com/office/officeart/2018/2/layout/IconVerticalSolidList"/>
    <dgm:cxn modelId="{83B900B0-9CBB-4E00-8477-739933919972}" type="presParOf" srcId="{E768B550-C0C2-482B-9B26-6312D1347A9D}" destId="{C7EBAC82-923D-41BB-8927-865BC5EFF8E1}" srcOrd="2" destOrd="0" presId="urn:microsoft.com/office/officeart/2018/2/layout/IconVerticalSolidList"/>
    <dgm:cxn modelId="{5DB40F84-4012-4AFC-93DE-6C55610A17D5}" type="presParOf" srcId="{C7EBAC82-923D-41BB-8927-865BC5EFF8E1}" destId="{88DD91C7-C637-4A09-B29D-F7FD22F49B52}" srcOrd="0" destOrd="0" presId="urn:microsoft.com/office/officeart/2018/2/layout/IconVerticalSolidList"/>
    <dgm:cxn modelId="{24792EF0-D11D-478F-8364-FEE78C12FB89}" type="presParOf" srcId="{C7EBAC82-923D-41BB-8927-865BC5EFF8E1}" destId="{AFC1569D-7B06-4DEA-B78D-0CB8F5A459D1}" srcOrd="1" destOrd="0" presId="urn:microsoft.com/office/officeart/2018/2/layout/IconVerticalSolidList"/>
    <dgm:cxn modelId="{51F46966-6046-4FDA-ABC8-494A8D3946A6}" type="presParOf" srcId="{C7EBAC82-923D-41BB-8927-865BC5EFF8E1}" destId="{AC592EDC-CD62-4F5A-A571-09551F3AA7E7}" srcOrd="2" destOrd="0" presId="urn:microsoft.com/office/officeart/2018/2/layout/IconVerticalSolidList"/>
    <dgm:cxn modelId="{ABB80A77-69A0-48C9-9347-E20744DD1BB4}" type="presParOf" srcId="{C7EBAC82-923D-41BB-8927-865BC5EFF8E1}" destId="{7D3FD27C-B105-4061-8378-42DD9B5E7880}" srcOrd="3" destOrd="0" presId="urn:microsoft.com/office/officeart/2018/2/layout/IconVerticalSolidList"/>
    <dgm:cxn modelId="{98452379-3E5A-457B-A026-ED82E602B429}" type="presParOf" srcId="{E768B550-C0C2-482B-9B26-6312D1347A9D}" destId="{08DE8C5E-FF97-4989-885E-63D7F472CDB8}" srcOrd="3" destOrd="0" presId="urn:microsoft.com/office/officeart/2018/2/layout/IconVerticalSolidList"/>
    <dgm:cxn modelId="{273DD3D1-1B2B-48AF-B99E-4226CD2FF1AA}" type="presParOf" srcId="{E768B550-C0C2-482B-9B26-6312D1347A9D}" destId="{D099EAE8-D560-4AAA-8864-66644A7658B1}" srcOrd="4" destOrd="0" presId="urn:microsoft.com/office/officeart/2018/2/layout/IconVerticalSolidList"/>
    <dgm:cxn modelId="{582D7A01-E8D7-4877-BD12-B242F90804E6}" type="presParOf" srcId="{D099EAE8-D560-4AAA-8864-66644A7658B1}" destId="{EEDA00C9-9FFA-4CD1-AF99-CD1A15BCB129}" srcOrd="0" destOrd="0" presId="urn:microsoft.com/office/officeart/2018/2/layout/IconVerticalSolidList"/>
    <dgm:cxn modelId="{FAB7E2E3-CCEE-4ACB-BC7A-96F93BEE851F}" type="presParOf" srcId="{D099EAE8-D560-4AAA-8864-66644A7658B1}" destId="{DF9DAF58-AE42-4D42-AF3B-7CC0C2E2F5F2}" srcOrd="1" destOrd="0" presId="urn:microsoft.com/office/officeart/2018/2/layout/IconVerticalSolidList"/>
    <dgm:cxn modelId="{5401EB85-1092-4358-9C8F-BA7E2AA80A2B}" type="presParOf" srcId="{D099EAE8-D560-4AAA-8864-66644A7658B1}" destId="{7DBD02CF-CD55-4278-A9C1-9B15278DD3E5}" srcOrd="2" destOrd="0" presId="urn:microsoft.com/office/officeart/2018/2/layout/IconVerticalSolidList"/>
    <dgm:cxn modelId="{DBB0F5FC-BED3-4B27-9233-F0D15DCD0F08}" type="presParOf" srcId="{D099EAE8-D560-4AAA-8864-66644A7658B1}" destId="{8EA810C0-D1A6-436C-8D04-B417C2FCB497}" srcOrd="3" destOrd="0" presId="urn:microsoft.com/office/officeart/2018/2/layout/IconVerticalSolidList"/>
    <dgm:cxn modelId="{FE1D0B60-EC76-4CDE-BCC4-32EFBA96EE55}" type="presParOf" srcId="{E768B550-C0C2-482B-9B26-6312D1347A9D}" destId="{DCF1D8B8-5B80-42DF-A119-DEDAE4680C38}" srcOrd="5" destOrd="0" presId="urn:microsoft.com/office/officeart/2018/2/layout/IconVerticalSolidList"/>
    <dgm:cxn modelId="{CA070203-079C-44B9-87DE-F9BCB5CEF884}" type="presParOf" srcId="{E768B550-C0C2-482B-9B26-6312D1347A9D}" destId="{1CDBDCAB-B5B9-4B4E-8675-6A81AFB6AA34}" srcOrd="6" destOrd="0" presId="urn:microsoft.com/office/officeart/2018/2/layout/IconVerticalSolidList"/>
    <dgm:cxn modelId="{B2C1106F-871B-47E8-BD05-E0EEA8CE5961}" type="presParOf" srcId="{1CDBDCAB-B5B9-4B4E-8675-6A81AFB6AA34}" destId="{ECAB41BD-2D9A-4A7C-BE12-5544705FFDE7}" srcOrd="0" destOrd="0" presId="urn:microsoft.com/office/officeart/2018/2/layout/IconVerticalSolidList"/>
    <dgm:cxn modelId="{3B3CAFD1-5053-4120-AE40-603B938873B6}" type="presParOf" srcId="{1CDBDCAB-B5B9-4B4E-8675-6A81AFB6AA34}" destId="{AD3C60EC-0DEC-4BE2-BBC3-97C81369443A}" srcOrd="1" destOrd="0" presId="urn:microsoft.com/office/officeart/2018/2/layout/IconVerticalSolidList"/>
    <dgm:cxn modelId="{078CC434-873B-4582-A5CE-2D4A13FEF7C6}" type="presParOf" srcId="{1CDBDCAB-B5B9-4B4E-8675-6A81AFB6AA34}" destId="{8DFA0CD8-F05A-4940-B605-BC864ACC65CF}" srcOrd="2" destOrd="0" presId="urn:microsoft.com/office/officeart/2018/2/layout/IconVerticalSolidList"/>
    <dgm:cxn modelId="{EDA35253-656D-4A01-A3F8-233DBD122802}" type="presParOf" srcId="{1CDBDCAB-B5B9-4B4E-8675-6A81AFB6AA34}" destId="{D34F2D4A-E183-47ED-9453-5FFFD10B512E}" srcOrd="3" destOrd="0" presId="urn:microsoft.com/office/officeart/2018/2/layout/IconVerticalSolidList"/>
    <dgm:cxn modelId="{85CF69F4-0F85-411B-A220-ADA824C70E00}" type="presParOf" srcId="{E768B550-C0C2-482B-9B26-6312D1347A9D}" destId="{C6229064-2F51-4D88-A31E-AAF2DC5B44E6}" srcOrd="7" destOrd="0" presId="urn:microsoft.com/office/officeart/2018/2/layout/IconVerticalSolidList"/>
    <dgm:cxn modelId="{B8AD34BA-E8E4-427C-B8EA-F88D7B73AB17}" type="presParOf" srcId="{E768B550-C0C2-482B-9B26-6312D1347A9D}" destId="{3122EF89-406C-4346-ABC7-B65C51BE0CB2}" srcOrd="8" destOrd="0" presId="urn:microsoft.com/office/officeart/2018/2/layout/IconVerticalSolidList"/>
    <dgm:cxn modelId="{ED2A1CBB-58B7-4852-9B54-FEF06C7AEB11}" type="presParOf" srcId="{3122EF89-406C-4346-ABC7-B65C51BE0CB2}" destId="{C18C03A3-7F52-445F-8059-CEC7FAA1EC93}" srcOrd="0" destOrd="0" presId="urn:microsoft.com/office/officeart/2018/2/layout/IconVerticalSolidList"/>
    <dgm:cxn modelId="{0E9C495D-C405-41C6-B1E1-2EBB5D159233}" type="presParOf" srcId="{3122EF89-406C-4346-ABC7-B65C51BE0CB2}" destId="{61939C8F-9868-48A7-9B18-011561F34C1A}" srcOrd="1" destOrd="0" presId="urn:microsoft.com/office/officeart/2018/2/layout/IconVerticalSolidList"/>
    <dgm:cxn modelId="{FA85520D-6823-448B-9CDB-C9CD8EBF9D3B}" type="presParOf" srcId="{3122EF89-406C-4346-ABC7-B65C51BE0CB2}" destId="{1048C7E8-68D5-4149-BF65-98FF6277BA32}" srcOrd="2" destOrd="0" presId="urn:microsoft.com/office/officeart/2018/2/layout/IconVerticalSolidList"/>
    <dgm:cxn modelId="{16BC907F-FDFC-4249-B817-49BA3F0ACF2B}" type="presParOf" srcId="{3122EF89-406C-4346-ABC7-B65C51BE0CB2}" destId="{905208B6-C4F5-423F-898B-CFAF7DE9AE81}" srcOrd="3" destOrd="0" presId="urn:microsoft.com/office/officeart/2018/2/layout/IconVerticalSolidList"/>
    <dgm:cxn modelId="{72DA3AC0-DD28-48F1-B450-8787B08AF7BB}" type="presParOf" srcId="{E768B550-C0C2-482B-9B26-6312D1347A9D}" destId="{91B0BFB8-1FBE-4F94-B775-EFB2449401E5}" srcOrd="9" destOrd="0" presId="urn:microsoft.com/office/officeart/2018/2/layout/IconVerticalSolidList"/>
    <dgm:cxn modelId="{FB35CE87-002C-4001-AE3D-076DB97439D5}" type="presParOf" srcId="{E768B550-C0C2-482B-9B26-6312D1347A9D}" destId="{16F0A08A-CA01-4345-B5B8-E1375D79FFC1}" srcOrd="10" destOrd="0" presId="urn:microsoft.com/office/officeart/2018/2/layout/IconVerticalSolidList"/>
    <dgm:cxn modelId="{1487A639-7891-45FA-A90A-B5BCD225B077}" type="presParOf" srcId="{16F0A08A-CA01-4345-B5B8-E1375D79FFC1}" destId="{1859BA40-CEA8-4997-9E11-A6CE9BA36DC6}" srcOrd="0" destOrd="0" presId="urn:microsoft.com/office/officeart/2018/2/layout/IconVerticalSolidList"/>
    <dgm:cxn modelId="{0EC52504-026B-4543-80B3-25F56DB36E26}" type="presParOf" srcId="{16F0A08A-CA01-4345-B5B8-E1375D79FFC1}" destId="{BCC18F41-DE7D-4AFE-963D-4CC67EBB7814}" srcOrd="1" destOrd="0" presId="urn:microsoft.com/office/officeart/2018/2/layout/IconVerticalSolidList"/>
    <dgm:cxn modelId="{DF3C01C4-ED34-4812-BFB5-819B10149964}" type="presParOf" srcId="{16F0A08A-CA01-4345-B5B8-E1375D79FFC1}" destId="{65CFB882-9DEB-4634-B63D-743491FAD885}" srcOrd="2" destOrd="0" presId="urn:microsoft.com/office/officeart/2018/2/layout/IconVerticalSolidList"/>
    <dgm:cxn modelId="{2168601B-BCA4-4658-8048-75D26347622E}" type="presParOf" srcId="{16F0A08A-CA01-4345-B5B8-E1375D79FFC1}" destId="{18BB1BC8-74E8-4CF9-B57A-0C90B2E3E7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7366ED-C434-4CCB-A9BF-43A60AFC16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ACF181D-9416-4946-A60D-C536A687038F}">
      <dgm:prSet/>
      <dgm:spPr/>
      <dgm:t>
        <a:bodyPr/>
        <a:lstStyle/>
        <a:p>
          <a:r>
            <a:rPr lang="en-US"/>
            <a:t>Metrics:</a:t>
          </a:r>
        </a:p>
      </dgm:t>
    </dgm:pt>
    <dgm:pt modelId="{AC16EC52-124E-4A43-82FB-E6F8769E5933}" type="parTrans" cxnId="{01247BFC-0B13-4AE8-B7C0-90060706E0EC}">
      <dgm:prSet/>
      <dgm:spPr/>
      <dgm:t>
        <a:bodyPr/>
        <a:lstStyle/>
        <a:p>
          <a:endParaRPr lang="en-US"/>
        </a:p>
      </dgm:t>
    </dgm:pt>
    <dgm:pt modelId="{AAB6A4B4-51C8-4FB7-95D8-E2D1E748D99D}" type="sibTrans" cxnId="{01247BFC-0B13-4AE8-B7C0-90060706E0EC}">
      <dgm:prSet/>
      <dgm:spPr/>
      <dgm:t>
        <a:bodyPr/>
        <a:lstStyle/>
        <a:p>
          <a:endParaRPr lang="en-US"/>
        </a:p>
      </dgm:t>
    </dgm:pt>
    <dgm:pt modelId="{1EC0A879-9368-4EFA-9202-CE6BEF33A6DD}">
      <dgm:prSet/>
      <dgm:spPr/>
      <dgm:t>
        <a:bodyPr/>
        <a:lstStyle/>
        <a:p>
          <a:r>
            <a:rPr lang="en-US"/>
            <a:t>• Tool Selection Accuracy – correct function chosen.</a:t>
          </a:r>
        </a:p>
      </dgm:t>
    </dgm:pt>
    <dgm:pt modelId="{D229E3DD-E231-4DDF-8FD6-C804A0843DF9}" type="parTrans" cxnId="{60AE495B-F684-47B0-A309-394E0F0E2594}">
      <dgm:prSet/>
      <dgm:spPr/>
      <dgm:t>
        <a:bodyPr/>
        <a:lstStyle/>
        <a:p>
          <a:endParaRPr lang="en-US"/>
        </a:p>
      </dgm:t>
    </dgm:pt>
    <dgm:pt modelId="{6A905D47-5505-49FC-96E5-53E43FB0548E}" type="sibTrans" cxnId="{60AE495B-F684-47B0-A309-394E0F0E2594}">
      <dgm:prSet/>
      <dgm:spPr/>
      <dgm:t>
        <a:bodyPr/>
        <a:lstStyle/>
        <a:p>
          <a:endParaRPr lang="en-US"/>
        </a:p>
      </dgm:t>
    </dgm:pt>
    <dgm:pt modelId="{6D55BE71-8179-4DDC-8B36-89A5300A424A}">
      <dgm:prSet/>
      <dgm:spPr/>
      <dgm:t>
        <a:bodyPr/>
        <a:lstStyle/>
        <a:p>
          <a:r>
            <a:rPr lang="en-US"/>
            <a:t>• Parameter Accuracy – correct arguments used.</a:t>
          </a:r>
        </a:p>
      </dgm:t>
    </dgm:pt>
    <dgm:pt modelId="{B7815871-FF20-43F5-B040-745EB8983429}" type="parTrans" cxnId="{94BC765C-802E-4C03-86A0-DCFABE9DF3E6}">
      <dgm:prSet/>
      <dgm:spPr/>
      <dgm:t>
        <a:bodyPr/>
        <a:lstStyle/>
        <a:p>
          <a:endParaRPr lang="en-US"/>
        </a:p>
      </dgm:t>
    </dgm:pt>
    <dgm:pt modelId="{44BE1D0B-6CF0-4503-A722-FD055EEF0A59}" type="sibTrans" cxnId="{94BC765C-802E-4C03-86A0-DCFABE9DF3E6}">
      <dgm:prSet/>
      <dgm:spPr/>
      <dgm:t>
        <a:bodyPr/>
        <a:lstStyle/>
        <a:p>
          <a:endParaRPr lang="en-US"/>
        </a:p>
      </dgm:t>
    </dgm:pt>
    <dgm:pt modelId="{023E670C-6065-45CC-AABE-DBD5EABBE437}">
      <dgm:prSet/>
      <dgm:spPr/>
      <dgm:t>
        <a:bodyPr/>
        <a:lstStyle/>
        <a:p>
          <a:r>
            <a:rPr lang="en-US"/>
            <a:t>• Task Completion Rate – correct full results.</a:t>
          </a:r>
        </a:p>
      </dgm:t>
    </dgm:pt>
    <dgm:pt modelId="{3C7186C7-4C64-4E58-AC13-CC123C99F7CA}" type="parTrans" cxnId="{71B4B54F-064B-48DE-925A-12D5152359DE}">
      <dgm:prSet/>
      <dgm:spPr/>
      <dgm:t>
        <a:bodyPr/>
        <a:lstStyle/>
        <a:p>
          <a:endParaRPr lang="en-US"/>
        </a:p>
      </dgm:t>
    </dgm:pt>
    <dgm:pt modelId="{DB1339A7-7693-4E35-921B-B521902473F5}" type="sibTrans" cxnId="{71B4B54F-064B-48DE-925A-12D5152359DE}">
      <dgm:prSet/>
      <dgm:spPr/>
      <dgm:t>
        <a:bodyPr/>
        <a:lstStyle/>
        <a:p>
          <a:endParaRPr lang="en-US"/>
        </a:p>
      </dgm:t>
    </dgm:pt>
    <dgm:pt modelId="{462FC07B-9A6D-46E3-9CAE-FDDFC0A05C1B}">
      <dgm:prSet/>
      <dgm:spPr/>
      <dgm:t>
        <a:bodyPr/>
        <a:lstStyle/>
        <a:p>
          <a:r>
            <a:rPr lang="en-US"/>
            <a:t>• Output Quality – human evaluation or ROUGE score.</a:t>
          </a:r>
        </a:p>
      </dgm:t>
    </dgm:pt>
    <dgm:pt modelId="{E8D6589E-DB7B-463C-9EA3-31B2954826A2}" type="parTrans" cxnId="{84F35A44-3B0E-4758-8E19-C5E0CED64F70}">
      <dgm:prSet/>
      <dgm:spPr/>
      <dgm:t>
        <a:bodyPr/>
        <a:lstStyle/>
        <a:p>
          <a:endParaRPr lang="en-US"/>
        </a:p>
      </dgm:t>
    </dgm:pt>
    <dgm:pt modelId="{D545F680-F76F-4811-9FEA-D965AE18FE48}" type="sibTrans" cxnId="{84F35A44-3B0E-4758-8E19-C5E0CED64F70}">
      <dgm:prSet/>
      <dgm:spPr/>
      <dgm:t>
        <a:bodyPr/>
        <a:lstStyle/>
        <a:p>
          <a:endParaRPr lang="en-US"/>
        </a:p>
      </dgm:t>
    </dgm:pt>
    <dgm:pt modelId="{76CE4F81-F933-4114-8637-2C9D390AFB3E}">
      <dgm:prSet/>
      <dgm:spPr/>
      <dgm:t>
        <a:bodyPr/>
        <a:lstStyle/>
        <a:p>
          <a:r>
            <a:rPr lang="en-US"/>
            <a:t>Comparison: FinGPT vs FinBERT vs Toolformer-like model.</a:t>
          </a:r>
        </a:p>
      </dgm:t>
    </dgm:pt>
    <dgm:pt modelId="{57B0F41D-28A1-4A70-9948-20461B66C640}" type="parTrans" cxnId="{268171A7-1BD0-433D-8294-0C78C6E52F35}">
      <dgm:prSet/>
      <dgm:spPr/>
      <dgm:t>
        <a:bodyPr/>
        <a:lstStyle/>
        <a:p>
          <a:endParaRPr lang="en-US"/>
        </a:p>
      </dgm:t>
    </dgm:pt>
    <dgm:pt modelId="{90E39B57-1CED-46A5-85FD-E5E6C3A1EE9E}" type="sibTrans" cxnId="{268171A7-1BD0-433D-8294-0C78C6E52F35}">
      <dgm:prSet/>
      <dgm:spPr/>
      <dgm:t>
        <a:bodyPr/>
        <a:lstStyle/>
        <a:p>
          <a:endParaRPr lang="en-US"/>
        </a:p>
      </dgm:t>
    </dgm:pt>
    <dgm:pt modelId="{B148938F-C8E4-4F9A-9CE6-4A7BF6EF61AA}" type="pres">
      <dgm:prSet presAssocID="{CD7366ED-C434-4CCB-A9BF-43A60AFC1610}" presName="Name0" presStyleCnt="0">
        <dgm:presLayoutVars>
          <dgm:dir/>
          <dgm:resizeHandles val="exact"/>
        </dgm:presLayoutVars>
      </dgm:prSet>
      <dgm:spPr/>
    </dgm:pt>
    <dgm:pt modelId="{1E7DA6E0-0109-4915-9F80-007E75F399DD}" type="pres">
      <dgm:prSet presAssocID="{5ACF181D-9416-4946-A60D-C536A687038F}" presName="node" presStyleLbl="node1" presStyleIdx="0" presStyleCnt="6">
        <dgm:presLayoutVars>
          <dgm:bulletEnabled val="1"/>
        </dgm:presLayoutVars>
      </dgm:prSet>
      <dgm:spPr/>
    </dgm:pt>
    <dgm:pt modelId="{D8D83F2A-57A8-401B-B26D-8C07DF684174}" type="pres">
      <dgm:prSet presAssocID="{AAB6A4B4-51C8-4FB7-95D8-E2D1E748D99D}" presName="sibTrans" presStyleLbl="sibTrans1D1" presStyleIdx="0" presStyleCnt="5"/>
      <dgm:spPr/>
    </dgm:pt>
    <dgm:pt modelId="{F956F351-4202-4CCE-9A57-278389415742}" type="pres">
      <dgm:prSet presAssocID="{AAB6A4B4-51C8-4FB7-95D8-E2D1E748D99D}" presName="connectorText" presStyleLbl="sibTrans1D1" presStyleIdx="0" presStyleCnt="5"/>
      <dgm:spPr/>
    </dgm:pt>
    <dgm:pt modelId="{7FBFF895-156E-4A26-9384-8675F64E8E45}" type="pres">
      <dgm:prSet presAssocID="{1EC0A879-9368-4EFA-9202-CE6BEF33A6DD}" presName="node" presStyleLbl="node1" presStyleIdx="1" presStyleCnt="6">
        <dgm:presLayoutVars>
          <dgm:bulletEnabled val="1"/>
        </dgm:presLayoutVars>
      </dgm:prSet>
      <dgm:spPr/>
    </dgm:pt>
    <dgm:pt modelId="{3EBE8147-CFF4-4096-8D91-8F311814356D}" type="pres">
      <dgm:prSet presAssocID="{6A905D47-5505-49FC-96E5-53E43FB0548E}" presName="sibTrans" presStyleLbl="sibTrans1D1" presStyleIdx="1" presStyleCnt="5"/>
      <dgm:spPr/>
    </dgm:pt>
    <dgm:pt modelId="{CF65BE66-A65D-44E7-B21F-3FD95B109168}" type="pres">
      <dgm:prSet presAssocID="{6A905D47-5505-49FC-96E5-53E43FB0548E}" presName="connectorText" presStyleLbl="sibTrans1D1" presStyleIdx="1" presStyleCnt="5"/>
      <dgm:spPr/>
    </dgm:pt>
    <dgm:pt modelId="{D5FB1936-0EFB-4C65-A311-DAF98881FD8F}" type="pres">
      <dgm:prSet presAssocID="{6D55BE71-8179-4DDC-8B36-89A5300A424A}" presName="node" presStyleLbl="node1" presStyleIdx="2" presStyleCnt="6">
        <dgm:presLayoutVars>
          <dgm:bulletEnabled val="1"/>
        </dgm:presLayoutVars>
      </dgm:prSet>
      <dgm:spPr/>
    </dgm:pt>
    <dgm:pt modelId="{8A7C3C67-9363-4624-9EBB-FD555503C422}" type="pres">
      <dgm:prSet presAssocID="{44BE1D0B-6CF0-4503-A722-FD055EEF0A59}" presName="sibTrans" presStyleLbl="sibTrans1D1" presStyleIdx="2" presStyleCnt="5"/>
      <dgm:spPr/>
    </dgm:pt>
    <dgm:pt modelId="{C5EBC94B-FAFE-4A5D-99F9-8BABD4A4D138}" type="pres">
      <dgm:prSet presAssocID="{44BE1D0B-6CF0-4503-A722-FD055EEF0A59}" presName="connectorText" presStyleLbl="sibTrans1D1" presStyleIdx="2" presStyleCnt="5"/>
      <dgm:spPr/>
    </dgm:pt>
    <dgm:pt modelId="{FC4234F6-1E46-4466-BA2D-63D4342D6462}" type="pres">
      <dgm:prSet presAssocID="{023E670C-6065-45CC-AABE-DBD5EABBE437}" presName="node" presStyleLbl="node1" presStyleIdx="3" presStyleCnt="6">
        <dgm:presLayoutVars>
          <dgm:bulletEnabled val="1"/>
        </dgm:presLayoutVars>
      </dgm:prSet>
      <dgm:spPr/>
    </dgm:pt>
    <dgm:pt modelId="{F0FA8F4E-43D8-43E0-A0F7-EB7DD7ECAA97}" type="pres">
      <dgm:prSet presAssocID="{DB1339A7-7693-4E35-921B-B521902473F5}" presName="sibTrans" presStyleLbl="sibTrans1D1" presStyleIdx="3" presStyleCnt="5"/>
      <dgm:spPr/>
    </dgm:pt>
    <dgm:pt modelId="{AD8618CD-6A93-4764-9CAA-461FEE0C054C}" type="pres">
      <dgm:prSet presAssocID="{DB1339A7-7693-4E35-921B-B521902473F5}" presName="connectorText" presStyleLbl="sibTrans1D1" presStyleIdx="3" presStyleCnt="5"/>
      <dgm:spPr/>
    </dgm:pt>
    <dgm:pt modelId="{48A15BD3-9249-4B81-9E1B-0C48F5EA0CF4}" type="pres">
      <dgm:prSet presAssocID="{462FC07B-9A6D-46E3-9CAE-FDDFC0A05C1B}" presName="node" presStyleLbl="node1" presStyleIdx="4" presStyleCnt="6">
        <dgm:presLayoutVars>
          <dgm:bulletEnabled val="1"/>
        </dgm:presLayoutVars>
      </dgm:prSet>
      <dgm:spPr/>
    </dgm:pt>
    <dgm:pt modelId="{BD365C59-B5F2-4494-A7C6-DA18F3B8DAA5}" type="pres">
      <dgm:prSet presAssocID="{D545F680-F76F-4811-9FEA-D965AE18FE48}" presName="sibTrans" presStyleLbl="sibTrans1D1" presStyleIdx="4" presStyleCnt="5"/>
      <dgm:spPr/>
    </dgm:pt>
    <dgm:pt modelId="{E7A88EFA-0F97-4833-98B9-BABA8500B103}" type="pres">
      <dgm:prSet presAssocID="{D545F680-F76F-4811-9FEA-D965AE18FE48}" presName="connectorText" presStyleLbl="sibTrans1D1" presStyleIdx="4" presStyleCnt="5"/>
      <dgm:spPr/>
    </dgm:pt>
    <dgm:pt modelId="{879E2B59-F05C-4588-98E0-50F7B93CC348}" type="pres">
      <dgm:prSet presAssocID="{76CE4F81-F933-4114-8637-2C9D390AFB3E}" presName="node" presStyleLbl="node1" presStyleIdx="5" presStyleCnt="6">
        <dgm:presLayoutVars>
          <dgm:bulletEnabled val="1"/>
        </dgm:presLayoutVars>
      </dgm:prSet>
      <dgm:spPr/>
    </dgm:pt>
  </dgm:ptLst>
  <dgm:cxnLst>
    <dgm:cxn modelId="{B585F907-C5AA-4E3B-BEEA-E924F9868B77}" type="presOf" srcId="{DB1339A7-7693-4E35-921B-B521902473F5}" destId="{AD8618CD-6A93-4764-9CAA-461FEE0C054C}" srcOrd="1" destOrd="0" presId="urn:microsoft.com/office/officeart/2016/7/layout/RepeatingBendingProcessNew"/>
    <dgm:cxn modelId="{006A5229-D34A-4F7D-8D7E-F8F6C6D91FD4}" type="presOf" srcId="{D545F680-F76F-4811-9FEA-D965AE18FE48}" destId="{E7A88EFA-0F97-4833-98B9-BABA8500B103}" srcOrd="1" destOrd="0" presId="urn:microsoft.com/office/officeart/2016/7/layout/RepeatingBendingProcessNew"/>
    <dgm:cxn modelId="{60AE495B-F684-47B0-A309-394E0F0E2594}" srcId="{CD7366ED-C434-4CCB-A9BF-43A60AFC1610}" destId="{1EC0A879-9368-4EFA-9202-CE6BEF33A6DD}" srcOrd="1" destOrd="0" parTransId="{D229E3DD-E231-4DDF-8FD6-C804A0843DF9}" sibTransId="{6A905D47-5505-49FC-96E5-53E43FB0548E}"/>
    <dgm:cxn modelId="{94BC765C-802E-4C03-86A0-DCFABE9DF3E6}" srcId="{CD7366ED-C434-4CCB-A9BF-43A60AFC1610}" destId="{6D55BE71-8179-4DDC-8B36-89A5300A424A}" srcOrd="2" destOrd="0" parTransId="{B7815871-FF20-43F5-B040-745EB8983429}" sibTransId="{44BE1D0B-6CF0-4503-A722-FD055EEF0A59}"/>
    <dgm:cxn modelId="{D4756A63-D57F-4AC6-8182-F5EC2E7DFDCF}" type="presOf" srcId="{AAB6A4B4-51C8-4FB7-95D8-E2D1E748D99D}" destId="{F956F351-4202-4CCE-9A57-278389415742}" srcOrd="1" destOrd="0" presId="urn:microsoft.com/office/officeart/2016/7/layout/RepeatingBendingProcessNew"/>
    <dgm:cxn modelId="{84F35A44-3B0E-4758-8E19-C5E0CED64F70}" srcId="{CD7366ED-C434-4CCB-A9BF-43A60AFC1610}" destId="{462FC07B-9A6D-46E3-9CAE-FDDFC0A05C1B}" srcOrd="4" destOrd="0" parTransId="{E8D6589E-DB7B-463C-9EA3-31B2954826A2}" sibTransId="{D545F680-F76F-4811-9FEA-D965AE18FE48}"/>
    <dgm:cxn modelId="{8BF4846A-5630-42B3-B48F-B9CA538CA523}" type="presOf" srcId="{5ACF181D-9416-4946-A60D-C536A687038F}" destId="{1E7DA6E0-0109-4915-9F80-007E75F399DD}" srcOrd="0" destOrd="0" presId="urn:microsoft.com/office/officeart/2016/7/layout/RepeatingBendingProcessNew"/>
    <dgm:cxn modelId="{71B4B54F-064B-48DE-925A-12D5152359DE}" srcId="{CD7366ED-C434-4CCB-A9BF-43A60AFC1610}" destId="{023E670C-6065-45CC-AABE-DBD5EABBE437}" srcOrd="3" destOrd="0" parTransId="{3C7186C7-4C64-4E58-AC13-CC123C99F7CA}" sibTransId="{DB1339A7-7693-4E35-921B-B521902473F5}"/>
    <dgm:cxn modelId="{6C641F71-CD7B-4536-BC54-36DA3F9E6469}" type="presOf" srcId="{44BE1D0B-6CF0-4503-A722-FD055EEF0A59}" destId="{C5EBC94B-FAFE-4A5D-99F9-8BABD4A4D138}" srcOrd="1" destOrd="0" presId="urn:microsoft.com/office/officeart/2016/7/layout/RepeatingBendingProcessNew"/>
    <dgm:cxn modelId="{D2DE887C-08A3-4DC7-98D4-31B728E7433C}" type="presOf" srcId="{76CE4F81-F933-4114-8637-2C9D390AFB3E}" destId="{879E2B59-F05C-4588-98E0-50F7B93CC348}" srcOrd="0" destOrd="0" presId="urn:microsoft.com/office/officeart/2016/7/layout/RepeatingBendingProcessNew"/>
    <dgm:cxn modelId="{2FB7F087-8294-4E58-9E85-8A96072BB93A}" type="presOf" srcId="{1EC0A879-9368-4EFA-9202-CE6BEF33A6DD}" destId="{7FBFF895-156E-4A26-9384-8675F64E8E45}" srcOrd="0" destOrd="0" presId="urn:microsoft.com/office/officeart/2016/7/layout/RepeatingBendingProcessNew"/>
    <dgm:cxn modelId="{4D58F695-9288-496E-9222-850A70A5D24F}" type="presOf" srcId="{462FC07B-9A6D-46E3-9CAE-FDDFC0A05C1B}" destId="{48A15BD3-9249-4B81-9E1B-0C48F5EA0CF4}" srcOrd="0" destOrd="0" presId="urn:microsoft.com/office/officeart/2016/7/layout/RepeatingBendingProcessNew"/>
    <dgm:cxn modelId="{E30A0F9A-8DD1-490C-882C-C0E43B9B269E}" type="presOf" srcId="{6D55BE71-8179-4DDC-8B36-89A5300A424A}" destId="{D5FB1936-0EFB-4C65-A311-DAF98881FD8F}" srcOrd="0" destOrd="0" presId="urn:microsoft.com/office/officeart/2016/7/layout/RepeatingBendingProcessNew"/>
    <dgm:cxn modelId="{268171A7-1BD0-433D-8294-0C78C6E52F35}" srcId="{CD7366ED-C434-4CCB-A9BF-43A60AFC1610}" destId="{76CE4F81-F933-4114-8637-2C9D390AFB3E}" srcOrd="5" destOrd="0" parTransId="{57B0F41D-28A1-4A70-9948-20461B66C640}" sibTransId="{90E39B57-1CED-46A5-85FD-E5E6C3A1EE9E}"/>
    <dgm:cxn modelId="{75FDD5BA-B7B2-4C3B-B240-8B8036CC2C80}" type="presOf" srcId="{AAB6A4B4-51C8-4FB7-95D8-E2D1E748D99D}" destId="{D8D83F2A-57A8-401B-B26D-8C07DF684174}" srcOrd="0" destOrd="0" presId="urn:microsoft.com/office/officeart/2016/7/layout/RepeatingBendingProcessNew"/>
    <dgm:cxn modelId="{23DB4EBF-BE4D-4717-842C-225BAA20EBC9}" type="presOf" srcId="{6A905D47-5505-49FC-96E5-53E43FB0548E}" destId="{CF65BE66-A65D-44E7-B21F-3FD95B109168}" srcOrd="1" destOrd="0" presId="urn:microsoft.com/office/officeart/2016/7/layout/RepeatingBendingProcessNew"/>
    <dgm:cxn modelId="{FE2C14C1-1B14-421F-A5C5-797E8296D770}" type="presOf" srcId="{CD7366ED-C434-4CCB-A9BF-43A60AFC1610}" destId="{B148938F-C8E4-4F9A-9CE6-4A7BF6EF61AA}" srcOrd="0" destOrd="0" presId="urn:microsoft.com/office/officeart/2016/7/layout/RepeatingBendingProcessNew"/>
    <dgm:cxn modelId="{8A4320C9-9E8A-4EF7-8F53-8BBDF80C1AFA}" type="presOf" srcId="{DB1339A7-7693-4E35-921B-B521902473F5}" destId="{F0FA8F4E-43D8-43E0-A0F7-EB7DD7ECAA97}" srcOrd="0" destOrd="0" presId="urn:microsoft.com/office/officeart/2016/7/layout/RepeatingBendingProcessNew"/>
    <dgm:cxn modelId="{0AB07DCA-1972-4C50-B89A-D413B723B05F}" type="presOf" srcId="{D545F680-F76F-4811-9FEA-D965AE18FE48}" destId="{BD365C59-B5F2-4494-A7C6-DA18F3B8DAA5}" srcOrd="0" destOrd="0" presId="urn:microsoft.com/office/officeart/2016/7/layout/RepeatingBendingProcessNew"/>
    <dgm:cxn modelId="{16AA6BCB-EA0B-40FA-80EE-3BB15C196E29}" type="presOf" srcId="{023E670C-6065-45CC-AABE-DBD5EABBE437}" destId="{FC4234F6-1E46-4466-BA2D-63D4342D6462}" srcOrd="0" destOrd="0" presId="urn:microsoft.com/office/officeart/2016/7/layout/RepeatingBendingProcessNew"/>
    <dgm:cxn modelId="{9BD4D1D0-9F86-4C9A-AFC2-560957B04CA3}" type="presOf" srcId="{44BE1D0B-6CF0-4503-A722-FD055EEF0A59}" destId="{8A7C3C67-9363-4624-9EBB-FD555503C422}" srcOrd="0" destOrd="0" presId="urn:microsoft.com/office/officeart/2016/7/layout/RepeatingBendingProcessNew"/>
    <dgm:cxn modelId="{AABC68F9-A86E-42BA-AB19-324596E3063E}" type="presOf" srcId="{6A905D47-5505-49FC-96E5-53E43FB0548E}" destId="{3EBE8147-CFF4-4096-8D91-8F311814356D}" srcOrd="0" destOrd="0" presId="urn:microsoft.com/office/officeart/2016/7/layout/RepeatingBendingProcessNew"/>
    <dgm:cxn modelId="{01247BFC-0B13-4AE8-B7C0-90060706E0EC}" srcId="{CD7366ED-C434-4CCB-A9BF-43A60AFC1610}" destId="{5ACF181D-9416-4946-A60D-C536A687038F}" srcOrd="0" destOrd="0" parTransId="{AC16EC52-124E-4A43-82FB-E6F8769E5933}" sibTransId="{AAB6A4B4-51C8-4FB7-95D8-E2D1E748D99D}"/>
    <dgm:cxn modelId="{BDBBA3B6-702A-4D08-BC41-0FA6739FC2A9}" type="presParOf" srcId="{B148938F-C8E4-4F9A-9CE6-4A7BF6EF61AA}" destId="{1E7DA6E0-0109-4915-9F80-007E75F399DD}" srcOrd="0" destOrd="0" presId="urn:microsoft.com/office/officeart/2016/7/layout/RepeatingBendingProcessNew"/>
    <dgm:cxn modelId="{0520880E-4B42-41A9-BED5-DE1F0725BDBE}" type="presParOf" srcId="{B148938F-C8E4-4F9A-9CE6-4A7BF6EF61AA}" destId="{D8D83F2A-57A8-401B-B26D-8C07DF684174}" srcOrd="1" destOrd="0" presId="urn:microsoft.com/office/officeart/2016/7/layout/RepeatingBendingProcessNew"/>
    <dgm:cxn modelId="{BCFE9368-A7A9-4D67-8764-97314B2C4FE5}" type="presParOf" srcId="{D8D83F2A-57A8-401B-B26D-8C07DF684174}" destId="{F956F351-4202-4CCE-9A57-278389415742}" srcOrd="0" destOrd="0" presId="urn:microsoft.com/office/officeart/2016/7/layout/RepeatingBendingProcessNew"/>
    <dgm:cxn modelId="{108922A1-B265-4AF3-B5F4-F21A210892F7}" type="presParOf" srcId="{B148938F-C8E4-4F9A-9CE6-4A7BF6EF61AA}" destId="{7FBFF895-156E-4A26-9384-8675F64E8E45}" srcOrd="2" destOrd="0" presId="urn:microsoft.com/office/officeart/2016/7/layout/RepeatingBendingProcessNew"/>
    <dgm:cxn modelId="{D92EC483-42B8-4F4A-AAE3-B4643360C101}" type="presParOf" srcId="{B148938F-C8E4-4F9A-9CE6-4A7BF6EF61AA}" destId="{3EBE8147-CFF4-4096-8D91-8F311814356D}" srcOrd="3" destOrd="0" presId="urn:microsoft.com/office/officeart/2016/7/layout/RepeatingBendingProcessNew"/>
    <dgm:cxn modelId="{6AB6E6AB-ED47-4569-BB78-C118F41CC556}" type="presParOf" srcId="{3EBE8147-CFF4-4096-8D91-8F311814356D}" destId="{CF65BE66-A65D-44E7-B21F-3FD95B109168}" srcOrd="0" destOrd="0" presId="urn:microsoft.com/office/officeart/2016/7/layout/RepeatingBendingProcessNew"/>
    <dgm:cxn modelId="{EE23F840-6A8F-44C1-816D-D6EF1EC498F2}" type="presParOf" srcId="{B148938F-C8E4-4F9A-9CE6-4A7BF6EF61AA}" destId="{D5FB1936-0EFB-4C65-A311-DAF98881FD8F}" srcOrd="4" destOrd="0" presId="urn:microsoft.com/office/officeart/2016/7/layout/RepeatingBendingProcessNew"/>
    <dgm:cxn modelId="{9FEB6FBB-3313-4802-B930-05BFE91FCC8D}" type="presParOf" srcId="{B148938F-C8E4-4F9A-9CE6-4A7BF6EF61AA}" destId="{8A7C3C67-9363-4624-9EBB-FD555503C422}" srcOrd="5" destOrd="0" presId="urn:microsoft.com/office/officeart/2016/7/layout/RepeatingBendingProcessNew"/>
    <dgm:cxn modelId="{C5EB3B27-E654-4E9F-A1F5-04DE588C0FDA}" type="presParOf" srcId="{8A7C3C67-9363-4624-9EBB-FD555503C422}" destId="{C5EBC94B-FAFE-4A5D-99F9-8BABD4A4D138}" srcOrd="0" destOrd="0" presId="urn:microsoft.com/office/officeart/2016/7/layout/RepeatingBendingProcessNew"/>
    <dgm:cxn modelId="{C99DFA9D-2010-4255-A5AD-316E455C5CED}" type="presParOf" srcId="{B148938F-C8E4-4F9A-9CE6-4A7BF6EF61AA}" destId="{FC4234F6-1E46-4466-BA2D-63D4342D6462}" srcOrd="6" destOrd="0" presId="urn:microsoft.com/office/officeart/2016/7/layout/RepeatingBendingProcessNew"/>
    <dgm:cxn modelId="{D900D08C-A026-4337-B8FD-E4DAD94D55CB}" type="presParOf" srcId="{B148938F-C8E4-4F9A-9CE6-4A7BF6EF61AA}" destId="{F0FA8F4E-43D8-43E0-A0F7-EB7DD7ECAA97}" srcOrd="7" destOrd="0" presId="urn:microsoft.com/office/officeart/2016/7/layout/RepeatingBendingProcessNew"/>
    <dgm:cxn modelId="{17E79508-B0D7-46A5-A096-72979C7BBD1B}" type="presParOf" srcId="{F0FA8F4E-43D8-43E0-A0F7-EB7DD7ECAA97}" destId="{AD8618CD-6A93-4764-9CAA-461FEE0C054C}" srcOrd="0" destOrd="0" presId="urn:microsoft.com/office/officeart/2016/7/layout/RepeatingBendingProcessNew"/>
    <dgm:cxn modelId="{D2C30F30-1021-49E3-8AA9-9C9BE7994AD7}" type="presParOf" srcId="{B148938F-C8E4-4F9A-9CE6-4A7BF6EF61AA}" destId="{48A15BD3-9249-4B81-9E1B-0C48F5EA0CF4}" srcOrd="8" destOrd="0" presId="urn:microsoft.com/office/officeart/2016/7/layout/RepeatingBendingProcessNew"/>
    <dgm:cxn modelId="{DD6E3445-4B92-44AD-BDB6-1AD474C82CBD}" type="presParOf" srcId="{B148938F-C8E4-4F9A-9CE6-4A7BF6EF61AA}" destId="{BD365C59-B5F2-4494-A7C6-DA18F3B8DAA5}" srcOrd="9" destOrd="0" presId="urn:microsoft.com/office/officeart/2016/7/layout/RepeatingBendingProcessNew"/>
    <dgm:cxn modelId="{40D7CE91-F0E8-4AD8-9A3A-BF22BD165262}" type="presParOf" srcId="{BD365C59-B5F2-4494-A7C6-DA18F3B8DAA5}" destId="{E7A88EFA-0F97-4833-98B9-BABA8500B103}" srcOrd="0" destOrd="0" presId="urn:microsoft.com/office/officeart/2016/7/layout/RepeatingBendingProcessNew"/>
    <dgm:cxn modelId="{E0ADE839-E2B4-4F5A-8F5B-2C0E94DC359B}" type="presParOf" srcId="{B148938F-C8E4-4F9A-9CE6-4A7BF6EF61AA}" destId="{879E2B59-F05C-4588-98E0-50F7B93CC34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53C8A5-7259-428B-9F12-44466F851D5D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40B1A2-6B5B-4EEB-885B-BA3A54E289E7}">
      <dgm:prSet/>
      <dgm:spPr/>
      <dgm:t>
        <a:bodyPr/>
        <a:lstStyle/>
        <a:p>
          <a:r>
            <a:rPr lang="en-US"/>
            <a:t>Expected Findings:</a:t>
          </a:r>
        </a:p>
      </dgm:t>
    </dgm:pt>
    <dgm:pt modelId="{E314009A-FF40-40BC-81D3-175F68F78E62}" type="parTrans" cxnId="{A23BEF58-D39B-4122-A6BE-7D6DCE8726AB}">
      <dgm:prSet/>
      <dgm:spPr/>
      <dgm:t>
        <a:bodyPr/>
        <a:lstStyle/>
        <a:p>
          <a:endParaRPr lang="en-US"/>
        </a:p>
      </dgm:t>
    </dgm:pt>
    <dgm:pt modelId="{F16C7640-9A66-4E74-9096-5BF830C29408}" type="sibTrans" cxnId="{A23BEF58-D39B-4122-A6BE-7D6DCE8726AB}">
      <dgm:prSet/>
      <dgm:spPr/>
      <dgm:t>
        <a:bodyPr/>
        <a:lstStyle/>
        <a:p>
          <a:endParaRPr lang="en-US"/>
        </a:p>
      </dgm:t>
    </dgm:pt>
    <dgm:pt modelId="{88BFC3E2-7365-413A-A450-B56540E7AA79}">
      <dgm:prSet/>
      <dgm:spPr/>
      <dgm:t>
        <a:bodyPr/>
        <a:lstStyle/>
        <a:p>
          <a:r>
            <a:rPr lang="en-US"/>
            <a:t>• Domain-specific LLMs excel in financial reasoning.</a:t>
          </a:r>
        </a:p>
      </dgm:t>
    </dgm:pt>
    <dgm:pt modelId="{6D4A230F-F5E1-4809-B9AB-8914938E12C1}" type="parTrans" cxnId="{E6D8B142-7426-443C-9934-19143D3C544A}">
      <dgm:prSet/>
      <dgm:spPr/>
      <dgm:t>
        <a:bodyPr/>
        <a:lstStyle/>
        <a:p>
          <a:endParaRPr lang="en-US"/>
        </a:p>
      </dgm:t>
    </dgm:pt>
    <dgm:pt modelId="{7C062E9C-9A0A-4429-BDAB-5A0E3AA9924C}" type="sibTrans" cxnId="{E6D8B142-7426-443C-9934-19143D3C544A}">
      <dgm:prSet/>
      <dgm:spPr/>
      <dgm:t>
        <a:bodyPr/>
        <a:lstStyle/>
        <a:p>
          <a:endParaRPr lang="en-US"/>
        </a:p>
      </dgm:t>
    </dgm:pt>
    <dgm:pt modelId="{14B02780-7E25-4A6D-A6C8-4D7509F27F25}">
      <dgm:prSet/>
      <dgm:spPr/>
      <dgm:t>
        <a:bodyPr/>
        <a:lstStyle/>
        <a:p>
          <a:r>
            <a:rPr lang="en-US"/>
            <a:t>• Toolformer-style tuning enhances call accuracy.</a:t>
          </a:r>
        </a:p>
      </dgm:t>
    </dgm:pt>
    <dgm:pt modelId="{F7FF65B8-5958-482B-9518-854447046F96}" type="parTrans" cxnId="{B958B4B8-184B-49FE-9625-2345D27CD9D9}">
      <dgm:prSet/>
      <dgm:spPr/>
      <dgm:t>
        <a:bodyPr/>
        <a:lstStyle/>
        <a:p>
          <a:endParaRPr lang="en-US"/>
        </a:p>
      </dgm:t>
    </dgm:pt>
    <dgm:pt modelId="{3A050C55-9039-4B88-A188-8F289A963AC5}" type="sibTrans" cxnId="{B958B4B8-184B-49FE-9625-2345D27CD9D9}">
      <dgm:prSet/>
      <dgm:spPr/>
      <dgm:t>
        <a:bodyPr/>
        <a:lstStyle/>
        <a:p>
          <a:endParaRPr lang="en-US"/>
        </a:p>
      </dgm:t>
    </dgm:pt>
    <dgm:pt modelId="{4B631D59-AC9E-4871-9AE0-49D76A8EF7B5}">
      <dgm:prSet/>
      <dgm:spPr/>
      <dgm:t>
        <a:bodyPr/>
        <a:lstStyle/>
        <a:p>
          <a:r>
            <a:rPr lang="en-US"/>
            <a:t>• Combined approach = BloombergGPT-style performance.</a:t>
          </a:r>
        </a:p>
      </dgm:t>
    </dgm:pt>
    <dgm:pt modelId="{FEAE1CFA-642B-425C-858F-2DDF6420B4C4}" type="parTrans" cxnId="{0EFF1B26-C4EA-473F-8257-634959C0B09D}">
      <dgm:prSet/>
      <dgm:spPr/>
      <dgm:t>
        <a:bodyPr/>
        <a:lstStyle/>
        <a:p>
          <a:endParaRPr lang="en-US"/>
        </a:p>
      </dgm:t>
    </dgm:pt>
    <dgm:pt modelId="{4992905A-8794-4E61-ACC4-E1641869E1DB}" type="sibTrans" cxnId="{0EFF1B26-C4EA-473F-8257-634959C0B09D}">
      <dgm:prSet/>
      <dgm:spPr/>
      <dgm:t>
        <a:bodyPr/>
        <a:lstStyle/>
        <a:p>
          <a:endParaRPr lang="en-US"/>
        </a:p>
      </dgm:t>
    </dgm:pt>
    <dgm:pt modelId="{FF5E13BF-639E-46D3-9D7E-5E8118994E8D}">
      <dgm:prSet/>
      <dgm:spPr/>
      <dgm:t>
        <a:bodyPr/>
        <a:lstStyle/>
        <a:p>
          <a:r>
            <a:rPr lang="en-US"/>
            <a:t>Deliverables: comparative charts, qualitative analysis, limitations.</a:t>
          </a:r>
        </a:p>
      </dgm:t>
    </dgm:pt>
    <dgm:pt modelId="{5EDFD47B-664B-40FE-B5D4-68ED8E9D4044}" type="parTrans" cxnId="{343ED144-607B-4A65-A2D4-848B110E9A2D}">
      <dgm:prSet/>
      <dgm:spPr/>
      <dgm:t>
        <a:bodyPr/>
        <a:lstStyle/>
        <a:p>
          <a:endParaRPr lang="en-US"/>
        </a:p>
      </dgm:t>
    </dgm:pt>
    <dgm:pt modelId="{585AF9DE-D604-46DD-938C-D6B61A97B346}" type="sibTrans" cxnId="{343ED144-607B-4A65-A2D4-848B110E9A2D}">
      <dgm:prSet/>
      <dgm:spPr/>
      <dgm:t>
        <a:bodyPr/>
        <a:lstStyle/>
        <a:p>
          <a:endParaRPr lang="en-US"/>
        </a:p>
      </dgm:t>
    </dgm:pt>
    <dgm:pt modelId="{8AA1A772-976F-4F25-88D6-E4968D4ED089}" type="pres">
      <dgm:prSet presAssocID="{3553C8A5-7259-428B-9F12-44466F851D5D}" presName="diagram" presStyleCnt="0">
        <dgm:presLayoutVars>
          <dgm:dir/>
          <dgm:resizeHandles val="exact"/>
        </dgm:presLayoutVars>
      </dgm:prSet>
      <dgm:spPr/>
    </dgm:pt>
    <dgm:pt modelId="{93CFB912-6320-40DB-A097-8BC94DE423B1}" type="pres">
      <dgm:prSet presAssocID="{B840B1A2-6B5B-4EEB-885B-BA3A54E289E7}" presName="node" presStyleLbl="node1" presStyleIdx="0" presStyleCnt="5">
        <dgm:presLayoutVars>
          <dgm:bulletEnabled val="1"/>
        </dgm:presLayoutVars>
      </dgm:prSet>
      <dgm:spPr/>
    </dgm:pt>
    <dgm:pt modelId="{D75488DF-AB78-4CAD-878F-8FE4E6330C06}" type="pres">
      <dgm:prSet presAssocID="{F16C7640-9A66-4E74-9096-5BF830C29408}" presName="sibTrans" presStyleCnt="0"/>
      <dgm:spPr/>
    </dgm:pt>
    <dgm:pt modelId="{548CD2AF-AD20-406A-90C7-6BEF9C7FF64B}" type="pres">
      <dgm:prSet presAssocID="{88BFC3E2-7365-413A-A450-B56540E7AA79}" presName="node" presStyleLbl="node1" presStyleIdx="1" presStyleCnt="5">
        <dgm:presLayoutVars>
          <dgm:bulletEnabled val="1"/>
        </dgm:presLayoutVars>
      </dgm:prSet>
      <dgm:spPr/>
    </dgm:pt>
    <dgm:pt modelId="{BA5FE043-D38D-4AE3-8DFF-CB7D2A5CFF89}" type="pres">
      <dgm:prSet presAssocID="{7C062E9C-9A0A-4429-BDAB-5A0E3AA9924C}" presName="sibTrans" presStyleCnt="0"/>
      <dgm:spPr/>
    </dgm:pt>
    <dgm:pt modelId="{F7A9DCF0-23FA-4E53-9D05-1CD1F2144B4F}" type="pres">
      <dgm:prSet presAssocID="{14B02780-7E25-4A6D-A6C8-4D7509F27F25}" presName="node" presStyleLbl="node1" presStyleIdx="2" presStyleCnt="5">
        <dgm:presLayoutVars>
          <dgm:bulletEnabled val="1"/>
        </dgm:presLayoutVars>
      </dgm:prSet>
      <dgm:spPr/>
    </dgm:pt>
    <dgm:pt modelId="{5AD23881-5780-4057-93F8-DFE558F66F8C}" type="pres">
      <dgm:prSet presAssocID="{3A050C55-9039-4B88-A188-8F289A963AC5}" presName="sibTrans" presStyleCnt="0"/>
      <dgm:spPr/>
    </dgm:pt>
    <dgm:pt modelId="{2BF37218-0891-43B6-B80E-80A653E12160}" type="pres">
      <dgm:prSet presAssocID="{4B631D59-AC9E-4871-9AE0-49D76A8EF7B5}" presName="node" presStyleLbl="node1" presStyleIdx="3" presStyleCnt="5">
        <dgm:presLayoutVars>
          <dgm:bulletEnabled val="1"/>
        </dgm:presLayoutVars>
      </dgm:prSet>
      <dgm:spPr/>
    </dgm:pt>
    <dgm:pt modelId="{195CC037-930E-4DA8-8D75-1E95EFE89786}" type="pres">
      <dgm:prSet presAssocID="{4992905A-8794-4E61-ACC4-E1641869E1DB}" presName="sibTrans" presStyleCnt="0"/>
      <dgm:spPr/>
    </dgm:pt>
    <dgm:pt modelId="{4903267A-A471-4D68-B582-A63C70A6C9D6}" type="pres">
      <dgm:prSet presAssocID="{FF5E13BF-639E-46D3-9D7E-5E8118994E8D}" presName="node" presStyleLbl="node1" presStyleIdx="4" presStyleCnt="5">
        <dgm:presLayoutVars>
          <dgm:bulletEnabled val="1"/>
        </dgm:presLayoutVars>
      </dgm:prSet>
      <dgm:spPr/>
    </dgm:pt>
  </dgm:ptLst>
  <dgm:cxnLst>
    <dgm:cxn modelId="{824B6614-3BE9-4808-A29C-B4100544A573}" type="presOf" srcId="{4B631D59-AC9E-4871-9AE0-49D76A8EF7B5}" destId="{2BF37218-0891-43B6-B80E-80A653E12160}" srcOrd="0" destOrd="0" presId="urn:microsoft.com/office/officeart/2005/8/layout/default"/>
    <dgm:cxn modelId="{A871E320-58FB-4956-8314-9BFF42CDF78C}" type="presOf" srcId="{14B02780-7E25-4A6D-A6C8-4D7509F27F25}" destId="{F7A9DCF0-23FA-4E53-9D05-1CD1F2144B4F}" srcOrd="0" destOrd="0" presId="urn:microsoft.com/office/officeart/2005/8/layout/default"/>
    <dgm:cxn modelId="{0EFF1B26-C4EA-473F-8257-634959C0B09D}" srcId="{3553C8A5-7259-428B-9F12-44466F851D5D}" destId="{4B631D59-AC9E-4871-9AE0-49D76A8EF7B5}" srcOrd="3" destOrd="0" parTransId="{FEAE1CFA-642B-425C-858F-2DDF6420B4C4}" sibTransId="{4992905A-8794-4E61-ACC4-E1641869E1DB}"/>
    <dgm:cxn modelId="{E6D8B142-7426-443C-9934-19143D3C544A}" srcId="{3553C8A5-7259-428B-9F12-44466F851D5D}" destId="{88BFC3E2-7365-413A-A450-B56540E7AA79}" srcOrd="1" destOrd="0" parTransId="{6D4A230F-F5E1-4809-B9AB-8914938E12C1}" sibTransId="{7C062E9C-9A0A-4429-BDAB-5A0E3AA9924C}"/>
    <dgm:cxn modelId="{343ED144-607B-4A65-A2D4-848B110E9A2D}" srcId="{3553C8A5-7259-428B-9F12-44466F851D5D}" destId="{FF5E13BF-639E-46D3-9D7E-5E8118994E8D}" srcOrd="4" destOrd="0" parTransId="{5EDFD47B-664B-40FE-B5D4-68ED8E9D4044}" sibTransId="{585AF9DE-D604-46DD-938C-D6B61A97B346}"/>
    <dgm:cxn modelId="{A23BEF58-D39B-4122-A6BE-7D6DCE8726AB}" srcId="{3553C8A5-7259-428B-9F12-44466F851D5D}" destId="{B840B1A2-6B5B-4EEB-885B-BA3A54E289E7}" srcOrd="0" destOrd="0" parTransId="{E314009A-FF40-40BC-81D3-175F68F78E62}" sibTransId="{F16C7640-9A66-4E74-9096-5BF830C29408}"/>
    <dgm:cxn modelId="{B958B4B8-184B-49FE-9625-2345D27CD9D9}" srcId="{3553C8A5-7259-428B-9F12-44466F851D5D}" destId="{14B02780-7E25-4A6D-A6C8-4D7509F27F25}" srcOrd="2" destOrd="0" parTransId="{F7FF65B8-5958-482B-9518-854447046F96}" sibTransId="{3A050C55-9039-4B88-A188-8F289A963AC5}"/>
    <dgm:cxn modelId="{8B8874C3-34BF-4830-AEE5-23363CB9582B}" type="presOf" srcId="{B840B1A2-6B5B-4EEB-885B-BA3A54E289E7}" destId="{93CFB912-6320-40DB-A097-8BC94DE423B1}" srcOrd="0" destOrd="0" presId="urn:microsoft.com/office/officeart/2005/8/layout/default"/>
    <dgm:cxn modelId="{4D8577D0-B9FE-4C23-BB11-116E777FD436}" type="presOf" srcId="{FF5E13BF-639E-46D3-9D7E-5E8118994E8D}" destId="{4903267A-A471-4D68-B582-A63C70A6C9D6}" srcOrd="0" destOrd="0" presId="urn:microsoft.com/office/officeart/2005/8/layout/default"/>
    <dgm:cxn modelId="{B52A6EE5-9846-43C4-A3FF-616F42DE6BF5}" type="presOf" srcId="{3553C8A5-7259-428B-9F12-44466F851D5D}" destId="{8AA1A772-976F-4F25-88D6-E4968D4ED089}" srcOrd="0" destOrd="0" presId="urn:microsoft.com/office/officeart/2005/8/layout/default"/>
    <dgm:cxn modelId="{12BFE2F1-BAFF-4CC8-B3FB-E0FFE39CF58D}" type="presOf" srcId="{88BFC3E2-7365-413A-A450-B56540E7AA79}" destId="{548CD2AF-AD20-406A-90C7-6BEF9C7FF64B}" srcOrd="0" destOrd="0" presId="urn:microsoft.com/office/officeart/2005/8/layout/default"/>
    <dgm:cxn modelId="{8FB6651F-654C-4945-8A7B-CFD9DA47B23A}" type="presParOf" srcId="{8AA1A772-976F-4F25-88D6-E4968D4ED089}" destId="{93CFB912-6320-40DB-A097-8BC94DE423B1}" srcOrd="0" destOrd="0" presId="urn:microsoft.com/office/officeart/2005/8/layout/default"/>
    <dgm:cxn modelId="{CBAFF4F4-C4B5-4D72-B22F-EF51B50C52E7}" type="presParOf" srcId="{8AA1A772-976F-4F25-88D6-E4968D4ED089}" destId="{D75488DF-AB78-4CAD-878F-8FE4E6330C06}" srcOrd="1" destOrd="0" presId="urn:microsoft.com/office/officeart/2005/8/layout/default"/>
    <dgm:cxn modelId="{256C2836-3D4D-4AB6-BDC1-A699F1CFD680}" type="presParOf" srcId="{8AA1A772-976F-4F25-88D6-E4968D4ED089}" destId="{548CD2AF-AD20-406A-90C7-6BEF9C7FF64B}" srcOrd="2" destOrd="0" presId="urn:microsoft.com/office/officeart/2005/8/layout/default"/>
    <dgm:cxn modelId="{E8C580BC-4B26-44E5-9DB6-35F83D24C936}" type="presParOf" srcId="{8AA1A772-976F-4F25-88D6-E4968D4ED089}" destId="{BA5FE043-D38D-4AE3-8DFF-CB7D2A5CFF89}" srcOrd="3" destOrd="0" presId="urn:microsoft.com/office/officeart/2005/8/layout/default"/>
    <dgm:cxn modelId="{5AAC3127-3F58-42EE-B75B-73D61185BE95}" type="presParOf" srcId="{8AA1A772-976F-4F25-88D6-E4968D4ED089}" destId="{F7A9DCF0-23FA-4E53-9D05-1CD1F2144B4F}" srcOrd="4" destOrd="0" presId="urn:microsoft.com/office/officeart/2005/8/layout/default"/>
    <dgm:cxn modelId="{3FA115A8-2A48-4326-8E41-D25963563175}" type="presParOf" srcId="{8AA1A772-976F-4F25-88D6-E4968D4ED089}" destId="{5AD23881-5780-4057-93F8-DFE558F66F8C}" srcOrd="5" destOrd="0" presId="urn:microsoft.com/office/officeart/2005/8/layout/default"/>
    <dgm:cxn modelId="{2F70A6FA-D5DD-40C3-A944-344FF8FCC766}" type="presParOf" srcId="{8AA1A772-976F-4F25-88D6-E4968D4ED089}" destId="{2BF37218-0891-43B6-B80E-80A653E12160}" srcOrd="6" destOrd="0" presId="urn:microsoft.com/office/officeart/2005/8/layout/default"/>
    <dgm:cxn modelId="{E5FB84E5-BC85-4984-9D72-06F65184B054}" type="presParOf" srcId="{8AA1A772-976F-4F25-88D6-E4968D4ED089}" destId="{195CC037-930E-4DA8-8D75-1E95EFE89786}" srcOrd="7" destOrd="0" presId="urn:microsoft.com/office/officeart/2005/8/layout/default"/>
    <dgm:cxn modelId="{1F5A1F7E-CF06-4E40-BD65-1ECAB6E45262}" type="presParOf" srcId="{8AA1A772-976F-4F25-88D6-E4968D4ED089}" destId="{4903267A-A471-4D68-B582-A63C70A6C9D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41505B-F19F-47B2-B0D8-06A57D9B43C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66A668E-8E06-437E-A958-CD4B5ECEB02F}">
      <dgm:prSet/>
      <dgm:spPr/>
      <dgm:t>
        <a:bodyPr/>
        <a:lstStyle/>
        <a:p>
          <a:pPr>
            <a:defRPr cap="all"/>
          </a:pPr>
          <a:r>
            <a:rPr lang="en-US"/>
            <a:t>✅ Simulated evaluation of BloombergGPT-style LLMs.</a:t>
          </a:r>
        </a:p>
      </dgm:t>
    </dgm:pt>
    <dgm:pt modelId="{B1650C57-0905-44EC-A972-2BD90CED4CB7}" type="parTrans" cxnId="{487950C6-7D2A-4458-B303-0A3881431EF9}">
      <dgm:prSet/>
      <dgm:spPr/>
      <dgm:t>
        <a:bodyPr/>
        <a:lstStyle/>
        <a:p>
          <a:endParaRPr lang="en-US"/>
        </a:p>
      </dgm:t>
    </dgm:pt>
    <dgm:pt modelId="{02BF5FEF-3EB6-493E-A102-A40BFD53CFC5}" type="sibTrans" cxnId="{487950C6-7D2A-4458-B303-0A3881431EF9}">
      <dgm:prSet/>
      <dgm:spPr/>
      <dgm:t>
        <a:bodyPr/>
        <a:lstStyle/>
        <a:p>
          <a:endParaRPr lang="en-US"/>
        </a:p>
      </dgm:t>
    </dgm:pt>
    <dgm:pt modelId="{83C0A9D5-6A53-4413-9619-4CBEC74ABD4B}">
      <dgm:prSet/>
      <dgm:spPr/>
      <dgm:t>
        <a:bodyPr/>
        <a:lstStyle/>
        <a:p>
          <a:pPr>
            <a:defRPr cap="all"/>
          </a:pPr>
          <a:r>
            <a:rPr lang="en-US"/>
            <a:t>✅ Framework for financial tool use and function calling.</a:t>
          </a:r>
        </a:p>
      </dgm:t>
    </dgm:pt>
    <dgm:pt modelId="{18378B9C-35B9-4709-A002-2BB97FD3BF81}" type="parTrans" cxnId="{E698EB46-F163-421D-AB1B-73971253AC1A}">
      <dgm:prSet/>
      <dgm:spPr/>
      <dgm:t>
        <a:bodyPr/>
        <a:lstStyle/>
        <a:p>
          <a:endParaRPr lang="en-US"/>
        </a:p>
      </dgm:t>
    </dgm:pt>
    <dgm:pt modelId="{65FD7BDD-7E3A-47A5-9123-BA7B22700531}" type="sibTrans" cxnId="{E698EB46-F163-421D-AB1B-73971253AC1A}">
      <dgm:prSet/>
      <dgm:spPr/>
      <dgm:t>
        <a:bodyPr/>
        <a:lstStyle/>
        <a:p>
          <a:endParaRPr lang="en-US"/>
        </a:p>
      </dgm:t>
    </dgm:pt>
    <dgm:pt modelId="{3684C932-3796-4705-9B92-33C7E29C3363}">
      <dgm:prSet/>
      <dgm:spPr/>
      <dgm:t>
        <a:bodyPr/>
        <a:lstStyle/>
        <a:p>
          <a:pPr>
            <a:defRPr cap="all"/>
          </a:pPr>
          <a:r>
            <a:rPr lang="en-US"/>
            <a:t>✅ Comparative study with open financial models.</a:t>
          </a:r>
        </a:p>
      </dgm:t>
    </dgm:pt>
    <dgm:pt modelId="{F7F857F5-2B3C-490A-8D66-861DC1D0F705}" type="parTrans" cxnId="{BEE9A071-6C52-4C04-BDDD-0CB4FB782B48}">
      <dgm:prSet/>
      <dgm:spPr/>
      <dgm:t>
        <a:bodyPr/>
        <a:lstStyle/>
        <a:p>
          <a:endParaRPr lang="en-US"/>
        </a:p>
      </dgm:t>
    </dgm:pt>
    <dgm:pt modelId="{22D7DD55-7B82-4802-AEA2-5C3D34A6D34F}" type="sibTrans" cxnId="{BEE9A071-6C52-4C04-BDDD-0CB4FB782B48}">
      <dgm:prSet/>
      <dgm:spPr/>
      <dgm:t>
        <a:bodyPr/>
        <a:lstStyle/>
        <a:p>
          <a:endParaRPr lang="en-US"/>
        </a:p>
      </dgm:t>
    </dgm:pt>
    <dgm:pt modelId="{7B034E8F-73E5-4C35-9288-C0458BBDE1D3}">
      <dgm:prSet/>
      <dgm:spPr/>
      <dgm:t>
        <a:bodyPr/>
        <a:lstStyle/>
        <a:p>
          <a:pPr>
            <a:defRPr cap="all"/>
          </a:pPr>
          <a:r>
            <a:rPr lang="en-US"/>
            <a:t>✅ Insights for practical AI-driven financial assistants.</a:t>
          </a:r>
        </a:p>
      </dgm:t>
    </dgm:pt>
    <dgm:pt modelId="{EEC29B2D-D90F-4F7C-A5CC-AED97FFE48D6}" type="parTrans" cxnId="{DA0A9164-E0BD-45BA-B3E6-9032ABC9E9CF}">
      <dgm:prSet/>
      <dgm:spPr/>
      <dgm:t>
        <a:bodyPr/>
        <a:lstStyle/>
        <a:p>
          <a:endParaRPr lang="en-US"/>
        </a:p>
      </dgm:t>
    </dgm:pt>
    <dgm:pt modelId="{F1257C0A-387B-4CE2-935E-7C7C684BECC2}" type="sibTrans" cxnId="{DA0A9164-E0BD-45BA-B3E6-9032ABC9E9CF}">
      <dgm:prSet/>
      <dgm:spPr/>
      <dgm:t>
        <a:bodyPr/>
        <a:lstStyle/>
        <a:p>
          <a:endParaRPr lang="en-US"/>
        </a:p>
      </dgm:t>
    </dgm:pt>
    <dgm:pt modelId="{A4327AF1-3425-40CD-800A-9373B1352C66}" type="pres">
      <dgm:prSet presAssocID="{7941505B-F19F-47B2-B0D8-06A57D9B43C5}" presName="root" presStyleCnt="0">
        <dgm:presLayoutVars>
          <dgm:dir/>
          <dgm:resizeHandles val="exact"/>
        </dgm:presLayoutVars>
      </dgm:prSet>
      <dgm:spPr/>
    </dgm:pt>
    <dgm:pt modelId="{114C5A05-FAF6-46F2-A3F0-1D734DAA7345}" type="pres">
      <dgm:prSet presAssocID="{866A668E-8E06-437E-A958-CD4B5ECEB02F}" presName="compNode" presStyleCnt="0"/>
      <dgm:spPr/>
    </dgm:pt>
    <dgm:pt modelId="{5DA7652C-92A3-46A3-B741-6B43C0A07403}" type="pres">
      <dgm:prSet presAssocID="{866A668E-8E06-437E-A958-CD4B5ECEB02F}" presName="iconBgRect" presStyleLbl="bgShp" presStyleIdx="0" presStyleCnt="4"/>
      <dgm:spPr/>
    </dgm:pt>
    <dgm:pt modelId="{6806F0B1-C5C3-4DA1-B100-AEAAB49D1B6C}" type="pres">
      <dgm:prSet presAssocID="{866A668E-8E06-437E-A958-CD4B5ECEB0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"/>
        </a:ext>
      </dgm:extLst>
    </dgm:pt>
    <dgm:pt modelId="{6C2ED646-AF19-4A75-AFEE-629F5DD52DB6}" type="pres">
      <dgm:prSet presAssocID="{866A668E-8E06-437E-A958-CD4B5ECEB02F}" presName="spaceRect" presStyleCnt="0"/>
      <dgm:spPr/>
    </dgm:pt>
    <dgm:pt modelId="{1241A728-9BA8-4D46-B8F5-0722370AC8E3}" type="pres">
      <dgm:prSet presAssocID="{866A668E-8E06-437E-A958-CD4B5ECEB02F}" presName="textRect" presStyleLbl="revTx" presStyleIdx="0" presStyleCnt="4">
        <dgm:presLayoutVars>
          <dgm:chMax val="1"/>
          <dgm:chPref val="1"/>
        </dgm:presLayoutVars>
      </dgm:prSet>
      <dgm:spPr/>
    </dgm:pt>
    <dgm:pt modelId="{7D19A460-F344-46D2-9EF6-2C06E00C4032}" type="pres">
      <dgm:prSet presAssocID="{02BF5FEF-3EB6-493E-A102-A40BFD53CFC5}" presName="sibTrans" presStyleCnt="0"/>
      <dgm:spPr/>
    </dgm:pt>
    <dgm:pt modelId="{E468FB7E-61D3-4FE5-B7BC-3ABFBF830AFF}" type="pres">
      <dgm:prSet presAssocID="{83C0A9D5-6A53-4413-9619-4CBEC74ABD4B}" presName="compNode" presStyleCnt="0"/>
      <dgm:spPr/>
    </dgm:pt>
    <dgm:pt modelId="{9ECD4D99-F3B1-401D-8DEA-BA5A017B1184}" type="pres">
      <dgm:prSet presAssocID="{83C0A9D5-6A53-4413-9619-4CBEC74ABD4B}" presName="iconBgRect" presStyleLbl="bgShp" presStyleIdx="1" presStyleCnt="4"/>
      <dgm:spPr/>
    </dgm:pt>
    <dgm:pt modelId="{BB6573B0-2714-4B7C-851D-E123B5FECC22}" type="pres">
      <dgm:prSet presAssocID="{83C0A9D5-6A53-4413-9619-4CBEC74ABD4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2173D65-2747-4BA8-8631-CD38977F6EAE}" type="pres">
      <dgm:prSet presAssocID="{83C0A9D5-6A53-4413-9619-4CBEC74ABD4B}" presName="spaceRect" presStyleCnt="0"/>
      <dgm:spPr/>
    </dgm:pt>
    <dgm:pt modelId="{0F88AC0E-ED6F-4FCC-847F-4C2F6BD9E684}" type="pres">
      <dgm:prSet presAssocID="{83C0A9D5-6A53-4413-9619-4CBEC74ABD4B}" presName="textRect" presStyleLbl="revTx" presStyleIdx="1" presStyleCnt="4">
        <dgm:presLayoutVars>
          <dgm:chMax val="1"/>
          <dgm:chPref val="1"/>
        </dgm:presLayoutVars>
      </dgm:prSet>
      <dgm:spPr/>
    </dgm:pt>
    <dgm:pt modelId="{1728BE61-E533-4382-AFF1-1AA04DB88583}" type="pres">
      <dgm:prSet presAssocID="{65FD7BDD-7E3A-47A5-9123-BA7B22700531}" presName="sibTrans" presStyleCnt="0"/>
      <dgm:spPr/>
    </dgm:pt>
    <dgm:pt modelId="{58818B3F-D290-40C5-AEE7-B1F1918D4FCA}" type="pres">
      <dgm:prSet presAssocID="{3684C932-3796-4705-9B92-33C7E29C3363}" presName="compNode" presStyleCnt="0"/>
      <dgm:spPr/>
    </dgm:pt>
    <dgm:pt modelId="{A526ECD4-6403-4473-8B0C-5FF7B157BF16}" type="pres">
      <dgm:prSet presAssocID="{3684C932-3796-4705-9B92-33C7E29C3363}" presName="iconBgRect" presStyleLbl="bgShp" presStyleIdx="2" presStyleCnt="4"/>
      <dgm:spPr/>
    </dgm:pt>
    <dgm:pt modelId="{0DE41D1B-ECB6-43E3-BEC7-E063BE1A14F1}" type="pres">
      <dgm:prSet presAssocID="{3684C932-3796-4705-9B92-33C7E29C33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92A40BC8-B95B-473B-86D2-6CF421977E36}" type="pres">
      <dgm:prSet presAssocID="{3684C932-3796-4705-9B92-33C7E29C3363}" presName="spaceRect" presStyleCnt="0"/>
      <dgm:spPr/>
    </dgm:pt>
    <dgm:pt modelId="{AB8C0573-7751-48AE-B98D-A4E89A5E23CC}" type="pres">
      <dgm:prSet presAssocID="{3684C932-3796-4705-9B92-33C7E29C3363}" presName="textRect" presStyleLbl="revTx" presStyleIdx="2" presStyleCnt="4">
        <dgm:presLayoutVars>
          <dgm:chMax val="1"/>
          <dgm:chPref val="1"/>
        </dgm:presLayoutVars>
      </dgm:prSet>
      <dgm:spPr/>
    </dgm:pt>
    <dgm:pt modelId="{095E8E7E-ACAE-4D69-9ED3-4C0CC831BEF0}" type="pres">
      <dgm:prSet presAssocID="{22D7DD55-7B82-4802-AEA2-5C3D34A6D34F}" presName="sibTrans" presStyleCnt="0"/>
      <dgm:spPr/>
    </dgm:pt>
    <dgm:pt modelId="{F2B07FB5-138E-4021-83C1-A12D8B2AB5DD}" type="pres">
      <dgm:prSet presAssocID="{7B034E8F-73E5-4C35-9288-C0458BBDE1D3}" presName="compNode" presStyleCnt="0"/>
      <dgm:spPr/>
    </dgm:pt>
    <dgm:pt modelId="{1448DA38-2619-444C-BFCD-301031D8ABD6}" type="pres">
      <dgm:prSet presAssocID="{7B034E8F-73E5-4C35-9288-C0458BBDE1D3}" presName="iconBgRect" presStyleLbl="bgShp" presStyleIdx="3" presStyleCnt="4"/>
      <dgm:spPr/>
    </dgm:pt>
    <dgm:pt modelId="{B47F6771-59D6-4D48-BDE2-0B08BB20B3AA}" type="pres">
      <dgm:prSet presAssocID="{7B034E8F-73E5-4C35-9288-C0458BBDE1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A84DD46-C297-41D4-B490-9317249E4828}" type="pres">
      <dgm:prSet presAssocID="{7B034E8F-73E5-4C35-9288-C0458BBDE1D3}" presName="spaceRect" presStyleCnt="0"/>
      <dgm:spPr/>
    </dgm:pt>
    <dgm:pt modelId="{195199B5-3819-424E-AE4A-42F6510C1B7E}" type="pres">
      <dgm:prSet presAssocID="{7B034E8F-73E5-4C35-9288-C0458BBDE1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0909827-725A-44DF-BDE8-EDB0C6942725}" type="presOf" srcId="{3684C932-3796-4705-9B92-33C7E29C3363}" destId="{AB8C0573-7751-48AE-B98D-A4E89A5E23CC}" srcOrd="0" destOrd="0" presId="urn:microsoft.com/office/officeart/2018/5/layout/IconCircleLabelList"/>
    <dgm:cxn modelId="{DA0A9164-E0BD-45BA-B3E6-9032ABC9E9CF}" srcId="{7941505B-F19F-47B2-B0D8-06A57D9B43C5}" destId="{7B034E8F-73E5-4C35-9288-C0458BBDE1D3}" srcOrd="3" destOrd="0" parTransId="{EEC29B2D-D90F-4F7C-A5CC-AED97FFE48D6}" sibTransId="{F1257C0A-387B-4CE2-935E-7C7C684BECC2}"/>
    <dgm:cxn modelId="{E698EB46-F163-421D-AB1B-73971253AC1A}" srcId="{7941505B-F19F-47B2-B0D8-06A57D9B43C5}" destId="{83C0A9D5-6A53-4413-9619-4CBEC74ABD4B}" srcOrd="1" destOrd="0" parTransId="{18378B9C-35B9-4709-A002-2BB97FD3BF81}" sibTransId="{65FD7BDD-7E3A-47A5-9123-BA7B22700531}"/>
    <dgm:cxn modelId="{BEE9A071-6C52-4C04-BDDD-0CB4FB782B48}" srcId="{7941505B-F19F-47B2-B0D8-06A57D9B43C5}" destId="{3684C932-3796-4705-9B92-33C7E29C3363}" srcOrd="2" destOrd="0" parTransId="{F7F857F5-2B3C-490A-8D66-861DC1D0F705}" sibTransId="{22D7DD55-7B82-4802-AEA2-5C3D34A6D34F}"/>
    <dgm:cxn modelId="{4758C083-422F-4095-BE40-351438F20954}" type="presOf" srcId="{7941505B-F19F-47B2-B0D8-06A57D9B43C5}" destId="{A4327AF1-3425-40CD-800A-9373B1352C66}" srcOrd="0" destOrd="0" presId="urn:microsoft.com/office/officeart/2018/5/layout/IconCircleLabelList"/>
    <dgm:cxn modelId="{BC9BD08C-D35B-4CA7-A952-5E8050356857}" type="presOf" srcId="{83C0A9D5-6A53-4413-9619-4CBEC74ABD4B}" destId="{0F88AC0E-ED6F-4FCC-847F-4C2F6BD9E684}" srcOrd="0" destOrd="0" presId="urn:microsoft.com/office/officeart/2018/5/layout/IconCircleLabelList"/>
    <dgm:cxn modelId="{487950C6-7D2A-4458-B303-0A3881431EF9}" srcId="{7941505B-F19F-47B2-B0D8-06A57D9B43C5}" destId="{866A668E-8E06-437E-A958-CD4B5ECEB02F}" srcOrd="0" destOrd="0" parTransId="{B1650C57-0905-44EC-A972-2BD90CED4CB7}" sibTransId="{02BF5FEF-3EB6-493E-A102-A40BFD53CFC5}"/>
    <dgm:cxn modelId="{6E6C24D9-FC07-42DC-B119-8083A15732AE}" type="presOf" srcId="{866A668E-8E06-437E-A958-CD4B5ECEB02F}" destId="{1241A728-9BA8-4D46-B8F5-0722370AC8E3}" srcOrd="0" destOrd="0" presId="urn:microsoft.com/office/officeart/2018/5/layout/IconCircleLabelList"/>
    <dgm:cxn modelId="{9FBC49DE-5488-48B0-A420-A3136B059C84}" type="presOf" srcId="{7B034E8F-73E5-4C35-9288-C0458BBDE1D3}" destId="{195199B5-3819-424E-AE4A-42F6510C1B7E}" srcOrd="0" destOrd="0" presId="urn:microsoft.com/office/officeart/2018/5/layout/IconCircleLabelList"/>
    <dgm:cxn modelId="{C42FA589-804F-48CB-B77F-D6D48D1D8AD3}" type="presParOf" srcId="{A4327AF1-3425-40CD-800A-9373B1352C66}" destId="{114C5A05-FAF6-46F2-A3F0-1D734DAA7345}" srcOrd="0" destOrd="0" presId="urn:microsoft.com/office/officeart/2018/5/layout/IconCircleLabelList"/>
    <dgm:cxn modelId="{2C6F47A3-AB0E-4D34-B293-8A140F288EB3}" type="presParOf" srcId="{114C5A05-FAF6-46F2-A3F0-1D734DAA7345}" destId="{5DA7652C-92A3-46A3-B741-6B43C0A07403}" srcOrd="0" destOrd="0" presId="urn:microsoft.com/office/officeart/2018/5/layout/IconCircleLabelList"/>
    <dgm:cxn modelId="{94D30D7B-AC22-4256-9621-2C86CD0CA510}" type="presParOf" srcId="{114C5A05-FAF6-46F2-A3F0-1D734DAA7345}" destId="{6806F0B1-C5C3-4DA1-B100-AEAAB49D1B6C}" srcOrd="1" destOrd="0" presId="urn:microsoft.com/office/officeart/2018/5/layout/IconCircleLabelList"/>
    <dgm:cxn modelId="{2CC85B72-6C3D-4D81-B1DD-5446A4A65734}" type="presParOf" srcId="{114C5A05-FAF6-46F2-A3F0-1D734DAA7345}" destId="{6C2ED646-AF19-4A75-AFEE-629F5DD52DB6}" srcOrd="2" destOrd="0" presId="urn:microsoft.com/office/officeart/2018/5/layout/IconCircleLabelList"/>
    <dgm:cxn modelId="{C3CA6527-5298-43B6-956C-8DB99C96C77E}" type="presParOf" srcId="{114C5A05-FAF6-46F2-A3F0-1D734DAA7345}" destId="{1241A728-9BA8-4D46-B8F5-0722370AC8E3}" srcOrd="3" destOrd="0" presId="urn:microsoft.com/office/officeart/2018/5/layout/IconCircleLabelList"/>
    <dgm:cxn modelId="{0C405C95-9B1F-4E10-846E-C08CF87987DE}" type="presParOf" srcId="{A4327AF1-3425-40CD-800A-9373B1352C66}" destId="{7D19A460-F344-46D2-9EF6-2C06E00C4032}" srcOrd="1" destOrd="0" presId="urn:microsoft.com/office/officeart/2018/5/layout/IconCircleLabelList"/>
    <dgm:cxn modelId="{D5A08B3F-4B7F-48AC-A138-1EFC5945174E}" type="presParOf" srcId="{A4327AF1-3425-40CD-800A-9373B1352C66}" destId="{E468FB7E-61D3-4FE5-B7BC-3ABFBF830AFF}" srcOrd="2" destOrd="0" presId="urn:microsoft.com/office/officeart/2018/5/layout/IconCircleLabelList"/>
    <dgm:cxn modelId="{DF89B930-0B19-44BA-965F-9C8EFE90DB9B}" type="presParOf" srcId="{E468FB7E-61D3-4FE5-B7BC-3ABFBF830AFF}" destId="{9ECD4D99-F3B1-401D-8DEA-BA5A017B1184}" srcOrd="0" destOrd="0" presId="urn:microsoft.com/office/officeart/2018/5/layout/IconCircleLabelList"/>
    <dgm:cxn modelId="{E59B405A-DCD0-4717-BC3C-9B8292C16FC3}" type="presParOf" srcId="{E468FB7E-61D3-4FE5-B7BC-3ABFBF830AFF}" destId="{BB6573B0-2714-4B7C-851D-E123B5FECC22}" srcOrd="1" destOrd="0" presId="urn:microsoft.com/office/officeart/2018/5/layout/IconCircleLabelList"/>
    <dgm:cxn modelId="{2AEC8541-A2DB-4060-BA29-AA79C5BC65CB}" type="presParOf" srcId="{E468FB7E-61D3-4FE5-B7BC-3ABFBF830AFF}" destId="{12173D65-2747-4BA8-8631-CD38977F6EAE}" srcOrd="2" destOrd="0" presId="urn:microsoft.com/office/officeart/2018/5/layout/IconCircleLabelList"/>
    <dgm:cxn modelId="{471840F0-0FA9-48D9-AC57-612FC6231BE8}" type="presParOf" srcId="{E468FB7E-61D3-4FE5-B7BC-3ABFBF830AFF}" destId="{0F88AC0E-ED6F-4FCC-847F-4C2F6BD9E684}" srcOrd="3" destOrd="0" presId="urn:microsoft.com/office/officeart/2018/5/layout/IconCircleLabelList"/>
    <dgm:cxn modelId="{6669D1FC-D951-471D-B174-684610662B70}" type="presParOf" srcId="{A4327AF1-3425-40CD-800A-9373B1352C66}" destId="{1728BE61-E533-4382-AFF1-1AA04DB88583}" srcOrd="3" destOrd="0" presId="urn:microsoft.com/office/officeart/2018/5/layout/IconCircleLabelList"/>
    <dgm:cxn modelId="{01A1FD36-E3AD-485A-B0A4-4BD61F05D9AE}" type="presParOf" srcId="{A4327AF1-3425-40CD-800A-9373B1352C66}" destId="{58818B3F-D290-40C5-AEE7-B1F1918D4FCA}" srcOrd="4" destOrd="0" presId="urn:microsoft.com/office/officeart/2018/5/layout/IconCircleLabelList"/>
    <dgm:cxn modelId="{E9D40010-C523-41D9-B8E7-51AAD098279F}" type="presParOf" srcId="{58818B3F-D290-40C5-AEE7-B1F1918D4FCA}" destId="{A526ECD4-6403-4473-8B0C-5FF7B157BF16}" srcOrd="0" destOrd="0" presId="urn:microsoft.com/office/officeart/2018/5/layout/IconCircleLabelList"/>
    <dgm:cxn modelId="{5FDE81A5-553A-400E-A6A2-D31CEA7FF52C}" type="presParOf" srcId="{58818B3F-D290-40C5-AEE7-B1F1918D4FCA}" destId="{0DE41D1B-ECB6-43E3-BEC7-E063BE1A14F1}" srcOrd="1" destOrd="0" presId="urn:microsoft.com/office/officeart/2018/5/layout/IconCircleLabelList"/>
    <dgm:cxn modelId="{F9DD3E42-BFA3-4C5D-829E-CAE1D22DB3EE}" type="presParOf" srcId="{58818B3F-D290-40C5-AEE7-B1F1918D4FCA}" destId="{92A40BC8-B95B-473B-86D2-6CF421977E36}" srcOrd="2" destOrd="0" presId="urn:microsoft.com/office/officeart/2018/5/layout/IconCircleLabelList"/>
    <dgm:cxn modelId="{CE904052-A085-49A3-B00B-3DF1F64D32C4}" type="presParOf" srcId="{58818B3F-D290-40C5-AEE7-B1F1918D4FCA}" destId="{AB8C0573-7751-48AE-B98D-A4E89A5E23CC}" srcOrd="3" destOrd="0" presId="urn:microsoft.com/office/officeart/2018/5/layout/IconCircleLabelList"/>
    <dgm:cxn modelId="{575DADE1-6797-4C74-8092-041AAC2A9809}" type="presParOf" srcId="{A4327AF1-3425-40CD-800A-9373B1352C66}" destId="{095E8E7E-ACAE-4D69-9ED3-4C0CC831BEF0}" srcOrd="5" destOrd="0" presId="urn:microsoft.com/office/officeart/2018/5/layout/IconCircleLabelList"/>
    <dgm:cxn modelId="{DE57C9D0-0DB6-41FF-B1DF-D4E2134DDF49}" type="presParOf" srcId="{A4327AF1-3425-40CD-800A-9373B1352C66}" destId="{F2B07FB5-138E-4021-83C1-A12D8B2AB5DD}" srcOrd="6" destOrd="0" presId="urn:microsoft.com/office/officeart/2018/5/layout/IconCircleLabelList"/>
    <dgm:cxn modelId="{72AAB8BA-7567-482E-A124-AE2A9B2C675E}" type="presParOf" srcId="{F2B07FB5-138E-4021-83C1-A12D8B2AB5DD}" destId="{1448DA38-2619-444C-BFCD-301031D8ABD6}" srcOrd="0" destOrd="0" presId="urn:microsoft.com/office/officeart/2018/5/layout/IconCircleLabelList"/>
    <dgm:cxn modelId="{8F8BFE36-ABF6-4E57-8873-EB832E873322}" type="presParOf" srcId="{F2B07FB5-138E-4021-83C1-A12D8B2AB5DD}" destId="{B47F6771-59D6-4D48-BDE2-0B08BB20B3AA}" srcOrd="1" destOrd="0" presId="urn:microsoft.com/office/officeart/2018/5/layout/IconCircleLabelList"/>
    <dgm:cxn modelId="{17700C21-B535-423B-A408-C9AAC21917E3}" type="presParOf" srcId="{F2B07FB5-138E-4021-83C1-A12D8B2AB5DD}" destId="{8A84DD46-C297-41D4-B490-9317249E4828}" srcOrd="2" destOrd="0" presId="urn:microsoft.com/office/officeart/2018/5/layout/IconCircleLabelList"/>
    <dgm:cxn modelId="{DD6AFA1A-E40D-4DF4-8170-2496DD8C5965}" type="presParOf" srcId="{F2B07FB5-138E-4021-83C1-A12D8B2AB5DD}" destId="{195199B5-3819-424E-AE4A-42F6510C1B7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035E6E-8AB9-45B4-976E-F1A792553F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5A189B1-B0E6-4625-940E-08A256B26ADC}">
      <dgm:prSet/>
      <dgm:spPr/>
      <dgm:t>
        <a:bodyPr/>
        <a:lstStyle/>
        <a:p>
          <a:r>
            <a:rPr lang="en-US"/>
            <a:t>Wu et al., BloombergGPT: A Large Language Model for Finance, arXiv:2303.17564 (2023).</a:t>
          </a:r>
        </a:p>
      </dgm:t>
    </dgm:pt>
    <dgm:pt modelId="{42CB97D2-1E74-47A7-9502-EF852BFFB519}" type="parTrans" cxnId="{B834A1F5-F063-44A2-87F1-465F1C3D7070}">
      <dgm:prSet/>
      <dgm:spPr/>
      <dgm:t>
        <a:bodyPr/>
        <a:lstStyle/>
        <a:p>
          <a:endParaRPr lang="en-US"/>
        </a:p>
      </dgm:t>
    </dgm:pt>
    <dgm:pt modelId="{0327F8E3-B4D9-43A6-BA8B-5F3EC8E203A2}" type="sibTrans" cxnId="{B834A1F5-F063-44A2-87F1-465F1C3D7070}">
      <dgm:prSet/>
      <dgm:spPr/>
      <dgm:t>
        <a:bodyPr/>
        <a:lstStyle/>
        <a:p>
          <a:endParaRPr lang="en-US"/>
        </a:p>
      </dgm:t>
    </dgm:pt>
    <dgm:pt modelId="{9F520144-A4F1-47EA-87C3-7592A890D224}">
      <dgm:prSet/>
      <dgm:spPr/>
      <dgm:t>
        <a:bodyPr/>
        <a:lstStyle/>
        <a:p>
          <a:r>
            <a:rPr lang="en-US"/>
            <a:t>Schick et al., Toolformer: LLMs Can Teach Themselves to Use Tools, NeurIPS (2023).</a:t>
          </a:r>
        </a:p>
      </dgm:t>
    </dgm:pt>
    <dgm:pt modelId="{B07E11C9-CB3D-4C56-9DBB-DECEB3083D5D}" type="parTrans" cxnId="{6B59ACAC-E5EF-479E-A084-9004C7C547C1}">
      <dgm:prSet/>
      <dgm:spPr/>
      <dgm:t>
        <a:bodyPr/>
        <a:lstStyle/>
        <a:p>
          <a:endParaRPr lang="en-US"/>
        </a:p>
      </dgm:t>
    </dgm:pt>
    <dgm:pt modelId="{EB11305F-759D-4881-B079-AD4121211738}" type="sibTrans" cxnId="{6B59ACAC-E5EF-479E-A084-9004C7C547C1}">
      <dgm:prSet/>
      <dgm:spPr/>
      <dgm:t>
        <a:bodyPr/>
        <a:lstStyle/>
        <a:p>
          <a:endParaRPr lang="en-US"/>
        </a:p>
      </dgm:t>
    </dgm:pt>
    <dgm:pt modelId="{245061D2-0F65-44E8-BC86-3E7CD3D2AEE0}">
      <dgm:prSet/>
      <dgm:spPr/>
      <dgm:t>
        <a:bodyPr/>
        <a:lstStyle/>
        <a:p>
          <a:r>
            <a:rPr lang="en-US"/>
            <a:t>Keshri, BloombergGPT: Revolutionizing Finance with LLMs, IJARSCT (2025).</a:t>
          </a:r>
        </a:p>
      </dgm:t>
    </dgm:pt>
    <dgm:pt modelId="{75DB330C-15C9-434C-9EA7-33B4AD260A95}" type="parTrans" cxnId="{6590DCD0-C415-4B46-8CC9-2456475FDA88}">
      <dgm:prSet/>
      <dgm:spPr/>
      <dgm:t>
        <a:bodyPr/>
        <a:lstStyle/>
        <a:p>
          <a:endParaRPr lang="en-US"/>
        </a:p>
      </dgm:t>
    </dgm:pt>
    <dgm:pt modelId="{60926A5C-CAD2-432E-B45B-9BE24E757CCC}" type="sibTrans" cxnId="{6590DCD0-C415-4B46-8CC9-2456475FDA88}">
      <dgm:prSet/>
      <dgm:spPr/>
      <dgm:t>
        <a:bodyPr/>
        <a:lstStyle/>
        <a:p>
          <a:endParaRPr lang="en-US"/>
        </a:p>
      </dgm:t>
    </dgm:pt>
    <dgm:pt modelId="{CF25E16E-F87A-4412-A9A7-5A478F1CD0FB}" type="pres">
      <dgm:prSet presAssocID="{84035E6E-8AB9-45B4-976E-F1A792553F21}" presName="linear" presStyleCnt="0">
        <dgm:presLayoutVars>
          <dgm:animLvl val="lvl"/>
          <dgm:resizeHandles val="exact"/>
        </dgm:presLayoutVars>
      </dgm:prSet>
      <dgm:spPr/>
    </dgm:pt>
    <dgm:pt modelId="{2254D216-0D1E-41D6-9C59-F801A6B479BE}" type="pres">
      <dgm:prSet presAssocID="{A5A189B1-B0E6-4625-940E-08A256B26A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F571D3-BBD6-433F-B760-0F2CB2B2BB54}" type="pres">
      <dgm:prSet presAssocID="{0327F8E3-B4D9-43A6-BA8B-5F3EC8E203A2}" presName="spacer" presStyleCnt="0"/>
      <dgm:spPr/>
    </dgm:pt>
    <dgm:pt modelId="{799CF66E-E500-4CAC-9157-BFDFC5B21E6C}" type="pres">
      <dgm:prSet presAssocID="{9F520144-A4F1-47EA-87C3-7592A890D22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E98425-77D8-42AB-BDA4-28064787C87D}" type="pres">
      <dgm:prSet presAssocID="{EB11305F-759D-4881-B079-AD4121211738}" presName="spacer" presStyleCnt="0"/>
      <dgm:spPr/>
    </dgm:pt>
    <dgm:pt modelId="{6CA2BE25-9132-4244-80D5-2687191FC79B}" type="pres">
      <dgm:prSet presAssocID="{245061D2-0F65-44E8-BC86-3E7CD3D2AEE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168A2E-748F-46C0-BE8D-546ECD4B2D2E}" type="presOf" srcId="{A5A189B1-B0E6-4625-940E-08A256B26ADC}" destId="{2254D216-0D1E-41D6-9C59-F801A6B479BE}" srcOrd="0" destOrd="0" presId="urn:microsoft.com/office/officeart/2005/8/layout/vList2"/>
    <dgm:cxn modelId="{9F57647A-DA2A-42D5-AEC5-2D3912C2859E}" type="presOf" srcId="{9F520144-A4F1-47EA-87C3-7592A890D224}" destId="{799CF66E-E500-4CAC-9157-BFDFC5B21E6C}" srcOrd="0" destOrd="0" presId="urn:microsoft.com/office/officeart/2005/8/layout/vList2"/>
    <dgm:cxn modelId="{6A4455A0-E952-4052-A5AC-4689A65CC391}" type="presOf" srcId="{84035E6E-8AB9-45B4-976E-F1A792553F21}" destId="{CF25E16E-F87A-4412-A9A7-5A478F1CD0FB}" srcOrd="0" destOrd="0" presId="urn:microsoft.com/office/officeart/2005/8/layout/vList2"/>
    <dgm:cxn modelId="{6B59ACAC-E5EF-479E-A084-9004C7C547C1}" srcId="{84035E6E-8AB9-45B4-976E-F1A792553F21}" destId="{9F520144-A4F1-47EA-87C3-7592A890D224}" srcOrd="1" destOrd="0" parTransId="{B07E11C9-CB3D-4C56-9DBB-DECEB3083D5D}" sibTransId="{EB11305F-759D-4881-B079-AD4121211738}"/>
    <dgm:cxn modelId="{6590DCD0-C415-4B46-8CC9-2456475FDA88}" srcId="{84035E6E-8AB9-45B4-976E-F1A792553F21}" destId="{245061D2-0F65-44E8-BC86-3E7CD3D2AEE0}" srcOrd="2" destOrd="0" parTransId="{75DB330C-15C9-434C-9EA7-33B4AD260A95}" sibTransId="{60926A5C-CAD2-432E-B45B-9BE24E757CCC}"/>
    <dgm:cxn modelId="{B834A1F5-F063-44A2-87F1-465F1C3D7070}" srcId="{84035E6E-8AB9-45B4-976E-F1A792553F21}" destId="{A5A189B1-B0E6-4625-940E-08A256B26ADC}" srcOrd="0" destOrd="0" parTransId="{42CB97D2-1E74-47A7-9502-EF852BFFB519}" sibTransId="{0327F8E3-B4D9-43A6-BA8B-5F3EC8E203A2}"/>
    <dgm:cxn modelId="{72333BFA-8C9B-46D1-B9A0-17983DF5325C}" type="presOf" srcId="{245061D2-0F65-44E8-BC86-3E7CD3D2AEE0}" destId="{6CA2BE25-9132-4244-80D5-2687191FC79B}" srcOrd="0" destOrd="0" presId="urn:microsoft.com/office/officeart/2005/8/layout/vList2"/>
    <dgm:cxn modelId="{788C0D9D-0046-4947-B98C-4B8D05F7B8EB}" type="presParOf" srcId="{CF25E16E-F87A-4412-A9A7-5A478F1CD0FB}" destId="{2254D216-0D1E-41D6-9C59-F801A6B479BE}" srcOrd="0" destOrd="0" presId="urn:microsoft.com/office/officeart/2005/8/layout/vList2"/>
    <dgm:cxn modelId="{1C7A2C45-5929-483B-A0F0-91C408A5E203}" type="presParOf" srcId="{CF25E16E-F87A-4412-A9A7-5A478F1CD0FB}" destId="{F9F571D3-BBD6-433F-B760-0F2CB2B2BB54}" srcOrd="1" destOrd="0" presId="urn:microsoft.com/office/officeart/2005/8/layout/vList2"/>
    <dgm:cxn modelId="{A5A54C30-F7F1-4E3B-B353-8D9D3F2B228B}" type="presParOf" srcId="{CF25E16E-F87A-4412-A9A7-5A478F1CD0FB}" destId="{799CF66E-E500-4CAC-9157-BFDFC5B21E6C}" srcOrd="2" destOrd="0" presId="urn:microsoft.com/office/officeart/2005/8/layout/vList2"/>
    <dgm:cxn modelId="{F884DB34-0522-47D0-A78C-1BA4C5CF40FD}" type="presParOf" srcId="{CF25E16E-F87A-4412-A9A7-5A478F1CD0FB}" destId="{53E98425-77D8-42AB-BDA4-28064787C87D}" srcOrd="3" destOrd="0" presId="urn:microsoft.com/office/officeart/2005/8/layout/vList2"/>
    <dgm:cxn modelId="{68C553C8-4D93-4442-9C27-6B298FDF6F4E}" type="presParOf" srcId="{CF25E16E-F87A-4412-A9A7-5A478F1CD0FB}" destId="{6CA2BE25-9132-4244-80D5-2687191FC7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FBAA6-0D52-4516-A02E-E9326CAA0CFB}">
      <dsp:nvSpPr>
        <dsp:cNvPr id="0" name=""/>
        <dsp:cNvSpPr/>
      </dsp:nvSpPr>
      <dsp:spPr>
        <a:xfrm>
          <a:off x="2369600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1112159"/>
        <a:ext cx="27198" cy="5439"/>
      </dsp:txXfrm>
    </dsp:sp>
    <dsp:sp modelId="{460FE439-5D0A-45F1-B71B-1A2226BB762A}">
      <dsp:nvSpPr>
        <dsp:cNvPr id="0" name=""/>
        <dsp:cNvSpPr/>
      </dsp:nvSpPr>
      <dsp:spPr>
        <a:xfrm>
          <a:off x="6282" y="4053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Goal: Choose foundation models resembling BloombergGPT.</a:t>
          </a:r>
        </a:p>
      </dsp:txBody>
      <dsp:txXfrm>
        <a:off x="6282" y="405343"/>
        <a:ext cx="2365117" cy="1419070"/>
      </dsp:txXfrm>
    </dsp:sp>
    <dsp:sp modelId="{840E53BC-0A35-4E87-A577-AEA01BB42FD8}">
      <dsp:nvSpPr>
        <dsp:cNvPr id="0" name=""/>
        <dsp:cNvSpPr/>
      </dsp:nvSpPr>
      <dsp:spPr>
        <a:xfrm>
          <a:off x="5278694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1112159"/>
        <a:ext cx="27198" cy="5439"/>
      </dsp:txXfrm>
    </dsp:sp>
    <dsp:sp modelId="{97C21921-2E1A-4D1C-96E6-3E7A3198E380}">
      <dsp:nvSpPr>
        <dsp:cNvPr id="0" name=""/>
        <dsp:cNvSpPr/>
      </dsp:nvSpPr>
      <dsp:spPr>
        <a:xfrm>
          <a:off x="2915376" y="405343"/>
          <a:ext cx="2365117" cy="1419070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Options:</a:t>
          </a:r>
        </a:p>
      </dsp:txBody>
      <dsp:txXfrm>
        <a:off x="2915376" y="405343"/>
        <a:ext cx="2365117" cy="1419070"/>
      </dsp:txXfrm>
    </dsp:sp>
    <dsp:sp modelId="{10F25EE5-2C59-4016-AAF5-1A09E8D296AE}">
      <dsp:nvSpPr>
        <dsp:cNvPr id="0" name=""/>
        <dsp:cNvSpPr/>
      </dsp:nvSpPr>
      <dsp:spPr>
        <a:xfrm>
          <a:off x="1188841" y="18226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2076582"/>
        <a:ext cx="292178" cy="5439"/>
      </dsp:txXfrm>
    </dsp:sp>
    <dsp:sp modelId="{B20C50E1-C3F8-4551-AFE0-4891CEF97355}">
      <dsp:nvSpPr>
        <dsp:cNvPr id="0" name=""/>
        <dsp:cNvSpPr/>
      </dsp:nvSpPr>
      <dsp:spPr>
        <a:xfrm>
          <a:off x="5824470" y="405343"/>
          <a:ext cx="2365117" cy="1419070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FinGPT – Open financial LLM with FinPile dataset.</a:t>
          </a:r>
        </a:p>
      </dsp:txBody>
      <dsp:txXfrm>
        <a:off x="5824470" y="405343"/>
        <a:ext cx="2365117" cy="1419070"/>
      </dsp:txXfrm>
    </dsp:sp>
    <dsp:sp modelId="{BDAB1587-E375-44A4-92A7-12F1B4A2D15C}">
      <dsp:nvSpPr>
        <dsp:cNvPr id="0" name=""/>
        <dsp:cNvSpPr/>
      </dsp:nvSpPr>
      <dsp:spPr>
        <a:xfrm>
          <a:off x="2369600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3075206"/>
        <a:ext cx="27198" cy="5439"/>
      </dsp:txXfrm>
    </dsp:sp>
    <dsp:sp modelId="{53DF4F7D-4204-4CD8-8097-880D14D0AE96}">
      <dsp:nvSpPr>
        <dsp:cNvPr id="0" name=""/>
        <dsp:cNvSpPr/>
      </dsp:nvSpPr>
      <dsp:spPr>
        <a:xfrm>
          <a:off x="6282" y="2368390"/>
          <a:ext cx="2365117" cy="1419070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FinBERT – Sentiment-focused financial model.</a:t>
          </a:r>
        </a:p>
      </dsp:txBody>
      <dsp:txXfrm>
        <a:off x="6282" y="2368390"/>
        <a:ext cx="2365117" cy="1419070"/>
      </dsp:txXfrm>
    </dsp:sp>
    <dsp:sp modelId="{7EBDEA73-586D-4C30-AB20-DF3624F67B77}">
      <dsp:nvSpPr>
        <dsp:cNvPr id="0" name=""/>
        <dsp:cNvSpPr/>
      </dsp:nvSpPr>
      <dsp:spPr>
        <a:xfrm>
          <a:off x="5278694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3075206"/>
        <a:ext cx="27198" cy="5439"/>
      </dsp:txXfrm>
    </dsp:sp>
    <dsp:sp modelId="{AB7326AF-4A58-4708-B07F-E0C3BE258EED}">
      <dsp:nvSpPr>
        <dsp:cNvPr id="0" name=""/>
        <dsp:cNvSpPr/>
      </dsp:nvSpPr>
      <dsp:spPr>
        <a:xfrm>
          <a:off x="2915376" y="2368390"/>
          <a:ext cx="2365117" cy="1419070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Toolformer-style GPT-J – Learns to call APIs.</a:t>
          </a:r>
        </a:p>
      </dsp:txBody>
      <dsp:txXfrm>
        <a:off x="2915376" y="2368390"/>
        <a:ext cx="2365117" cy="1419070"/>
      </dsp:txXfrm>
    </dsp:sp>
    <dsp:sp modelId="{C8B6F9D3-2532-47D2-9E9F-F939F1EE1E86}">
      <dsp:nvSpPr>
        <dsp:cNvPr id="0" name=""/>
        <dsp:cNvSpPr/>
      </dsp:nvSpPr>
      <dsp:spPr>
        <a:xfrm>
          <a:off x="5824470" y="2368390"/>
          <a:ext cx="2365117" cy="141907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BloombergGPT: 50B params, 70 layers, BLOOM architecture.</a:t>
          </a:r>
        </a:p>
      </dsp:txBody>
      <dsp:txXfrm>
        <a:off x="5824470" y="2368390"/>
        <a:ext cx="2365117" cy="1419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C596B-2C99-4075-B31C-9F16D0E03570}">
      <dsp:nvSpPr>
        <dsp:cNvPr id="0" name=""/>
        <dsp:cNvSpPr/>
      </dsp:nvSpPr>
      <dsp:spPr>
        <a:xfrm>
          <a:off x="917942" y="760"/>
          <a:ext cx="938232" cy="9382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605CA-EF54-43C1-8180-34421AA7A5A9}">
      <dsp:nvSpPr>
        <dsp:cNvPr id="0" name=""/>
        <dsp:cNvSpPr/>
      </dsp:nvSpPr>
      <dsp:spPr>
        <a:xfrm>
          <a:off x="1117893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86AC5-5555-4108-B48E-05D1F37A0034}">
      <dsp:nvSpPr>
        <dsp:cNvPr id="0" name=""/>
        <dsp:cNvSpPr/>
      </dsp:nvSpPr>
      <dsp:spPr>
        <a:xfrm>
          <a:off x="618016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 open financial datasets (FiQA, FinancialPhraseBank, FinSum).</a:t>
          </a:r>
        </a:p>
      </dsp:txBody>
      <dsp:txXfrm>
        <a:off x="618016" y="1231229"/>
        <a:ext cx="1538085" cy="672912"/>
      </dsp:txXfrm>
    </dsp:sp>
    <dsp:sp modelId="{DC79AD47-7AC9-46CD-AF29-9A870C8EDBBD}">
      <dsp:nvSpPr>
        <dsp:cNvPr id="0" name=""/>
        <dsp:cNvSpPr/>
      </dsp:nvSpPr>
      <dsp:spPr>
        <a:xfrm>
          <a:off x="2725193" y="760"/>
          <a:ext cx="938232" cy="9382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56D73-B915-4448-A69A-2832C8245098}">
      <dsp:nvSpPr>
        <dsp:cNvPr id="0" name=""/>
        <dsp:cNvSpPr/>
      </dsp:nvSpPr>
      <dsp:spPr>
        <a:xfrm>
          <a:off x="2925144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CB24C-F364-4A51-AFB5-997B791CBB57}">
      <dsp:nvSpPr>
        <dsp:cNvPr id="0" name=""/>
        <dsp:cNvSpPr/>
      </dsp:nvSpPr>
      <dsp:spPr>
        <a:xfrm>
          <a:off x="2425267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Annotate text samples with function call templates (Toolformer-style).</a:t>
          </a:r>
        </a:p>
      </dsp:txBody>
      <dsp:txXfrm>
        <a:off x="2425267" y="1231229"/>
        <a:ext cx="1538085" cy="672912"/>
      </dsp:txXfrm>
    </dsp:sp>
    <dsp:sp modelId="{A9BE4E20-FFEB-43A8-AF2D-4D8142292A52}">
      <dsp:nvSpPr>
        <dsp:cNvPr id="0" name=""/>
        <dsp:cNvSpPr/>
      </dsp:nvSpPr>
      <dsp:spPr>
        <a:xfrm>
          <a:off x="4532444" y="760"/>
          <a:ext cx="938232" cy="9382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E1D08-23B9-4CA8-94D7-1DAF4E08633A}">
      <dsp:nvSpPr>
        <dsp:cNvPr id="0" name=""/>
        <dsp:cNvSpPr/>
      </dsp:nvSpPr>
      <dsp:spPr>
        <a:xfrm>
          <a:off x="4732395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FC01C-3BAD-482D-A9A6-8D1F6DD8C9E2}">
      <dsp:nvSpPr>
        <dsp:cNvPr id="0" name=""/>
        <dsp:cNvSpPr/>
      </dsp:nvSpPr>
      <dsp:spPr>
        <a:xfrm>
          <a:off x="4232518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Example:</a:t>
          </a:r>
        </a:p>
      </dsp:txBody>
      <dsp:txXfrm>
        <a:off x="4232518" y="1231229"/>
        <a:ext cx="1538085" cy="672912"/>
      </dsp:txXfrm>
    </dsp:sp>
    <dsp:sp modelId="{1D6670FB-3FE9-4744-86BC-1C37A281721C}">
      <dsp:nvSpPr>
        <dsp:cNvPr id="0" name=""/>
        <dsp:cNvSpPr/>
      </dsp:nvSpPr>
      <dsp:spPr>
        <a:xfrm>
          <a:off x="6339695" y="760"/>
          <a:ext cx="938232" cy="9382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EC08E7-294E-40FB-A10A-977D17B313A0}">
      <dsp:nvSpPr>
        <dsp:cNvPr id="0" name=""/>
        <dsp:cNvSpPr/>
      </dsp:nvSpPr>
      <dsp:spPr>
        <a:xfrm>
          <a:off x="6539646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D709D-9EF3-47BA-99D2-D8E706DB959D}">
      <dsp:nvSpPr>
        <dsp:cNvPr id="0" name=""/>
        <dsp:cNvSpPr/>
      </dsp:nvSpPr>
      <dsp:spPr>
        <a:xfrm>
          <a:off x="6039768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Input: 'Tesla stock rose after earnings.' → analyze_sentiment('Tesla stock rose after earnings') → positive.</a:t>
          </a:r>
        </a:p>
      </dsp:txBody>
      <dsp:txXfrm>
        <a:off x="6039768" y="1231229"/>
        <a:ext cx="1538085" cy="672912"/>
      </dsp:txXfrm>
    </dsp:sp>
    <dsp:sp modelId="{195BD12E-23D8-49CF-B453-DF44D92B24BA}">
      <dsp:nvSpPr>
        <dsp:cNvPr id="0" name=""/>
        <dsp:cNvSpPr/>
      </dsp:nvSpPr>
      <dsp:spPr>
        <a:xfrm>
          <a:off x="3628819" y="2288663"/>
          <a:ext cx="938232" cy="93823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BA7EC-D284-401F-BE0D-48CA7E9B01DF}">
      <dsp:nvSpPr>
        <dsp:cNvPr id="0" name=""/>
        <dsp:cNvSpPr/>
      </dsp:nvSpPr>
      <dsp:spPr>
        <a:xfrm>
          <a:off x="3828770" y="2488614"/>
          <a:ext cx="538330" cy="5383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2C81B-A98F-4A6F-AB94-162B55F30065}">
      <dsp:nvSpPr>
        <dsp:cNvPr id="0" name=""/>
        <dsp:cNvSpPr/>
      </dsp:nvSpPr>
      <dsp:spPr>
        <a:xfrm>
          <a:off x="3328892" y="3519131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Goal: Teach when and how to call functions.</a:t>
          </a:r>
        </a:p>
      </dsp:txBody>
      <dsp:txXfrm>
        <a:off x="3328892" y="3519131"/>
        <a:ext cx="1538085" cy="672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96B00-DBE1-4FFB-A0B3-7CD186266D15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2BFA3-3181-4485-94CF-2688476DE2A0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D7B98-5033-4B1E-9DD8-42E446C6AE81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Objective: Enable tool-based reasoning recognition.</a:t>
          </a:r>
        </a:p>
      </dsp:txBody>
      <dsp:txXfrm>
        <a:off x="1736122" y="1100"/>
        <a:ext cx="2172539" cy="921683"/>
      </dsp:txXfrm>
    </dsp:sp>
    <dsp:sp modelId="{678F1BF2-3D4E-49CC-BE41-76A0720A9D12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18620A-7F81-45D3-991A-A1DA9E76769F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02BB3-ED16-471D-A557-67F2F9731B6D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Approach: Self-supervised fine-tuning using function-labeled text.</a:t>
          </a:r>
        </a:p>
      </dsp:txBody>
      <dsp:txXfrm>
        <a:off x="5406396" y="1100"/>
        <a:ext cx="2172539" cy="921683"/>
      </dsp:txXfrm>
    </dsp:sp>
    <dsp:sp modelId="{8C379E26-5F10-4B85-A751-564C23DA7474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378A62-D599-409D-AEBB-C7ECC4185A2F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BFE75-812A-4244-91D8-FB90A00EFA20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Techniques:</a:t>
          </a:r>
        </a:p>
      </dsp:txBody>
      <dsp:txXfrm>
        <a:off x="1736122" y="1635560"/>
        <a:ext cx="2172539" cy="921683"/>
      </dsp:txXfrm>
    </dsp:sp>
    <dsp:sp modelId="{D96CBCFE-A339-4EBD-BB49-54FDB11692D1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B913E-F41D-4315-A2A5-9622202F8941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72B51-362F-4402-966E-ED4E065AD6EA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LoRA adapters for efficiency.</a:t>
          </a:r>
        </a:p>
      </dsp:txBody>
      <dsp:txXfrm>
        <a:off x="5406396" y="1635560"/>
        <a:ext cx="2172539" cy="921683"/>
      </dsp:txXfrm>
    </dsp:sp>
    <dsp:sp modelId="{67AD2160-0D40-494E-A03C-3EDCE81477F5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94FFF-7E27-4BCC-85D4-7852713170E3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8D801-9DFA-4742-8A68-6C7F5CC3D4AD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Transforming API-style calls into training text.</a:t>
          </a:r>
        </a:p>
      </dsp:txBody>
      <dsp:txXfrm>
        <a:off x="1736122" y="3270020"/>
        <a:ext cx="2172539" cy="921683"/>
      </dsp:txXfrm>
    </dsp:sp>
    <dsp:sp modelId="{E54293F9-B692-47E5-9152-E7E46287E168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F0C1F-B29A-41E7-B0F3-26F4CBB35D63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5C66A-601C-47FC-B075-866062E565FB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Hardware: local GPU or Colab (8–12GB VRAM).</a:t>
          </a:r>
        </a:p>
      </dsp:txBody>
      <dsp:txXfrm>
        <a:off x="5406396" y="3270020"/>
        <a:ext cx="2172539" cy="9216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8B759-39CA-430C-876C-620697B0FD3C}">
      <dsp:nvSpPr>
        <dsp:cNvPr id="0" name=""/>
        <dsp:cNvSpPr/>
      </dsp:nvSpPr>
      <dsp:spPr>
        <a:xfrm>
          <a:off x="0" y="1759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8EA02-33F8-4B76-B42F-716A5BEA7B79}">
      <dsp:nvSpPr>
        <dsp:cNvPr id="0" name=""/>
        <dsp:cNvSpPr/>
      </dsp:nvSpPr>
      <dsp:spPr>
        <a:xfrm>
          <a:off x="226860" y="170499"/>
          <a:ext cx="412474" cy="4124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65F9F-C02B-402D-8236-2149D3DE6F14}">
      <dsp:nvSpPr>
        <dsp:cNvPr id="0" name=""/>
        <dsp:cNvSpPr/>
      </dsp:nvSpPr>
      <dsp:spPr>
        <a:xfrm>
          <a:off x="866195" y="1759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Purpose: Test model's tool use on new scenarios.</a:t>
          </a:r>
        </a:p>
      </dsp:txBody>
      <dsp:txXfrm>
        <a:off x="866195" y="1759"/>
        <a:ext cx="4256730" cy="749953"/>
      </dsp:txXfrm>
    </dsp:sp>
    <dsp:sp modelId="{88DD91C7-C637-4A09-B29D-F7FD22F49B52}">
      <dsp:nvSpPr>
        <dsp:cNvPr id="0" name=""/>
        <dsp:cNvSpPr/>
      </dsp:nvSpPr>
      <dsp:spPr>
        <a:xfrm>
          <a:off x="0" y="939201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C1569D-7B06-4DEA-B78D-0CB8F5A459D1}">
      <dsp:nvSpPr>
        <dsp:cNvPr id="0" name=""/>
        <dsp:cNvSpPr/>
      </dsp:nvSpPr>
      <dsp:spPr>
        <a:xfrm>
          <a:off x="226860" y="1107940"/>
          <a:ext cx="412474" cy="4124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FD27C-B105-4061-8378-42DD9B5E7880}">
      <dsp:nvSpPr>
        <dsp:cNvPr id="0" name=""/>
        <dsp:cNvSpPr/>
      </dsp:nvSpPr>
      <dsp:spPr>
        <a:xfrm>
          <a:off x="866195" y="939201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Tasks and Expected Tools:</a:t>
          </a:r>
        </a:p>
      </dsp:txBody>
      <dsp:txXfrm>
        <a:off x="866195" y="939201"/>
        <a:ext cx="4256730" cy="749953"/>
      </dsp:txXfrm>
    </dsp:sp>
    <dsp:sp modelId="{EEDA00C9-9FFA-4CD1-AF99-CD1A15BCB129}">
      <dsp:nvSpPr>
        <dsp:cNvPr id="0" name=""/>
        <dsp:cNvSpPr/>
      </dsp:nvSpPr>
      <dsp:spPr>
        <a:xfrm>
          <a:off x="0" y="1876642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DAF58-AE42-4D42-AF3B-7CC0C2E2F5F2}">
      <dsp:nvSpPr>
        <dsp:cNvPr id="0" name=""/>
        <dsp:cNvSpPr/>
      </dsp:nvSpPr>
      <dsp:spPr>
        <a:xfrm>
          <a:off x="226860" y="2045382"/>
          <a:ext cx="412474" cy="4124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810C0-D1A6-436C-8D04-B417C2FCB497}">
      <dsp:nvSpPr>
        <dsp:cNvPr id="0" name=""/>
        <dsp:cNvSpPr/>
      </dsp:nvSpPr>
      <dsp:spPr>
        <a:xfrm>
          <a:off x="866195" y="1876642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Sentiment → analyze_sentiment()</a:t>
          </a:r>
        </a:p>
      </dsp:txBody>
      <dsp:txXfrm>
        <a:off x="866195" y="1876642"/>
        <a:ext cx="4256730" cy="749953"/>
      </dsp:txXfrm>
    </dsp:sp>
    <dsp:sp modelId="{ECAB41BD-2D9A-4A7C-BE12-5544705FFDE7}">
      <dsp:nvSpPr>
        <dsp:cNvPr id="0" name=""/>
        <dsp:cNvSpPr/>
      </dsp:nvSpPr>
      <dsp:spPr>
        <a:xfrm>
          <a:off x="0" y="2814084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C60EC-0DEC-4BE2-BBC3-97C81369443A}">
      <dsp:nvSpPr>
        <dsp:cNvPr id="0" name=""/>
        <dsp:cNvSpPr/>
      </dsp:nvSpPr>
      <dsp:spPr>
        <a:xfrm>
          <a:off x="226860" y="2982823"/>
          <a:ext cx="412474" cy="4124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F2D4A-E183-47ED-9453-5FFFD10B512E}">
      <dsp:nvSpPr>
        <dsp:cNvPr id="0" name=""/>
        <dsp:cNvSpPr/>
      </dsp:nvSpPr>
      <dsp:spPr>
        <a:xfrm>
          <a:off x="866195" y="2814084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Risk Analysis → calculate_portfolio_risk()</a:t>
          </a:r>
        </a:p>
      </dsp:txBody>
      <dsp:txXfrm>
        <a:off x="866195" y="2814084"/>
        <a:ext cx="4256730" cy="749953"/>
      </dsp:txXfrm>
    </dsp:sp>
    <dsp:sp modelId="{C18C03A3-7F52-445F-8059-CEC7FAA1EC93}">
      <dsp:nvSpPr>
        <dsp:cNvPr id="0" name=""/>
        <dsp:cNvSpPr/>
      </dsp:nvSpPr>
      <dsp:spPr>
        <a:xfrm>
          <a:off x="0" y="3751525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39C8F-9868-48A7-9B18-011561F34C1A}">
      <dsp:nvSpPr>
        <dsp:cNvPr id="0" name=""/>
        <dsp:cNvSpPr/>
      </dsp:nvSpPr>
      <dsp:spPr>
        <a:xfrm>
          <a:off x="226860" y="3920264"/>
          <a:ext cx="412474" cy="4124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208B6-C4F5-423F-898B-CFAF7DE9AE81}">
      <dsp:nvSpPr>
        <dsp:cNvPr id="0" name=""/>
        <dsp:cNvSpPr/>
      </dsp:nvSpPr>
      <dsp:spPr>
        <a:xfrm>
          <a:off x="866195" y="3751525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 Query → get_stock_price()</a:t>
          </a:r>
        </a:p>
      </dsp:txBody>
      <dsp:txXfrm>
        <a:off x="866195" y="3751525"/>
        <a:ext cx="4256730" cy="749953"/>
      </dsp:txXfrm>
    </dsp:sp>
    <dsp:sp modelId="{1859BA40-CEA8-4997-9E11-A6CE9BA36DC6}">
      <dsp:nvSpPr>
        <dsp:cNvPr id="0" name=""/>
        <dsp:cNvSpPr/>
      </dsp:nvSpPr>
      <dsp:spPr>
        <a:xfrm>
          <a:off x="0" y="4688966"/>
          <a:ext cx="5122926" cy="749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18F41-DE7D-4AFE-963D-4CC67EBB7814}">
      <dsp:nvSpPr>
        <dsp:cNvPr id="0" name=""/>
        <dsp:cNvSpPr/>
      </dsp:nvSpPr>
      <dsp:spPr>
        <a:xfrm>
          <a:off x="226860" y="4857706"/>
          <a:ext cx="412474" cy="41247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B1BC8-74E8-4CF9-B57A-0C90B2E3E71E}">
      <dsp:nvSpPr>
        <dsp:cNvPr id="0" name=""/>
        <dsp:cNvSpPr/>
      </dsp:nvSpPr>
      <dsp:spPr>
        <a:xfrm>
          <a:off x="866195" y="4688966"/>
          <a:ext cx="4256730" cy="749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70" tIns="79370" rIns="79370" bIns="793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Labels: tool selection, argument accuracy, task success.</a:t>
          </a:r>
        </a:p>
      </dsp:txBody>
      <dsp:txXfrm>
        <a:off x="866195" y="4688966"/>
        <a:ext cx="4256730" cy="7499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83F2A-57A8-401B-B26D-8C07DF684174}">
      <dsp:nvSpPr>
        <dsp:cNvPr id="0" name=""/>
        <dsp:cNvSpPr/>
      </dsp:nvSpPr>
      <dsp:spPr>
        <a:xfrm>
          <a:off x="2369600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1112159"/>
        <a:ext cx="27198" cy="5439"/>
      </dsp:txXfrm>
    </dsp:sp>
    <dsp:sp modelId="{1E7DA6E0-0109-4915-9F80-007E75F399DD}">
      <dsp:nvSpPr>
        <dsp:cNvPr id="0" name=""/>
        <dsp:cNvSpPr/>
      </dsp:nvSpPr>
      <dsp:spPr>
        <a:xfrm>
          <a:off x="6282" y="4053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Metrics:</a:t>
          </a:r>
        </a:p>
      </dsp:txBody>
      <dsp:txXfrm>
        <a:off x="6282" y="405343"/>
        <a:ext cx="2365117" cy="1419070"/>
      </dsp:txXfrm>
    </dsp:sp>
    <dsp:sp modelId="{3EBE8147-CFF4-4096-8D91-8F311814356D}">
      <dsp:nvSpPr>
        <dsp:cNvPr id="0" name=""/>
        <dsp:cNvSpPr/>
      </dsp:nvSpPr>
      <dsp:spPr>
        <a:xfrm>
          <a:off x="5278694" y="10691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1112159"/>
        <a:ext cx="27198" cy="5439"/>
      </dsp:txXfrm>
    </dsp:sp>
    <dsp:sp modelId="{7FBFF895-156E-4A26-9384-8675F64E8E45}">
      <dsp:nvSpPr>
        <dsp:cNvPr id="0" name=""/>
        <dsp:cNvSpPr/>
      </dsp:nvSpPr>
      <dsp:spPr>
        <a:xfrm>
          <a:off x="2915376" y="405343"/>
          <a:ext cx="2365117" cy="1419070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Tool Selection Accuracy – correct function chosen.</a:t>
          </a:r>
        </a:p>
      </dsp:txBody>
      <dsp:txXfrm>
        <a:off x="2915376" y="405343"/>
        <a:ext cx="2365117" cy="1419070"/>
      </dsp:txXfrm>
    </dsp:sp>
    <dsp:sp modelId="{8A7C3C67-9363-4624-9EBB-FD555503C422}">
      <dsp:nvSpPr>
        <dsp:cNvPr id="0" name=""/>
        <dsp:cNvSpPr/>
      </dsp:nvSpPr>
      <dsp:spPr>
        <a:xfrm>
          <a:off x="1188841" y="18226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2076582"/>
        <a:ext cx="292178" cy="5439"/>
      </dsp:txXfrm>
    </dsp:sp>
    <dsp:sp modelId="{D5FB1936-0EFB-4C65-A311-DAF98881FD8F}">
      <dsp:nvSpPr>
        <dsp:cNvPr id="0" name=""/>
        <dsp:cNvSpPr/>
      </dsp:nvSpPr>
      <dsp:spPr>
        <a:xfrm>
          <a:off x="5824470" y="405343"/>
          <a:ext cx="2365117" cy="1419070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Parameter Accuracy – correct arguments used.</a:t>
          </a:r>
        </a:p>
      </dsp:txBody>
      <dsp:txXfrm>
        <a:off x="5824470" y="405343"/>
        <a:ext cx="2365117" cy="1419070"/>
      </dsp:txXfrm>
    </dsp:sp>
    <dsp:sp modelId="{F0FA8F4E-43D8-43E0-A0F7-EB7DD7ECAA97}">
      <dsp:nvSpPr>
        <dsp:cNvPr id="0" name=""/>
        <dsp:cNvSpPr/>
      </dsp:nvSpPr>
      <dsp:spPr>
        <a:xfrm>
          <a:off x="2369600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3075206"/>
        <a:ext cx="27198" cy="5439"/>
      </dsp:txXfrm>
    </dsp:sp>
    <dsp:sp modelId="{FC4234F6-1E46-4466-BA2D-63D4342D6462}">
      <dsp:nvSpPr>
        <dsp:cNvPr id="0" name=""/>
        <dsp:cNvSpPr/>
      </dsp:nvSpPr>
      <dsp:spPr>
        <a:xfrm>
          <a:off x="6282" y="2368390"/>
          <a:ext cx="2365117" cy="1419070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Task Completion Rate – correct full results.</a:t>
          </a:r>
        </a:p>
      </dsp:txBody>
      <dsp:txXfrm>
        <a:off x="6282" y="2368390"/>
        <a:ext cx="2365117" cy="1419070"/>
      </dsp:txXfrm>
    </dsp:sp>
    <dsp:sp modelId="{BD365C59-B5F2-4494-A7C6-DA18F3B8DAA5}">
      <dsp:nvSpPr>
        <dsp:cNvPr id="0" name=""/>
        <dsp:cNvSpPr/>
      </dsp:nvSpPr>
      <dsp:spPr>
        <a:xfrm>
          <a:off x="5278694" y="30322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3075206"/>
        <a:ext cx="27198" cy="5439"/>
      </dsp:txXfrm>
    </dsp:sp>
    <dsp:sp modelId="{48A15BD3-9249-4B81-9E1B-0C48F5EA0CF4}">
      <dsp:nvSpPr>
        <dsp:cNvPr id="0" name=""/>
        <dsp:cNvSpPr/>
      </dsp:nvSpPr>
      <dsp:spPr>
        <a:xfrm>
          <a:off x="2915376" y="2368390"/>
          <a:ext cx="2365117" cy="1419070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Output Quality – human evaluation or ROUGE score.</a:t>
          </a:r>
        </a:p>
      </dsp:txBody>
      <dsp:txXfrm>
        <a:off x="2915376" y="2368390"/>
        <a:ext cx="2365117" cy="1419070"/>
      </dsp:txXfrm>
    </dsp:sp>
    <dsp:sp modelId="{879E2B59-F05C-4588-98E0-50F7B93CC348}">
      <dsp:nvSpPr>
        <dsp:cNvPr id="0" name=""/>
        <dsp:cNvSpPr/>
      </dsp:nvSpPr>
      <dsp:spPr>
        <a:xfrm>
          <a:off x="5824470" y="2368390"/>
          <a:ext cx="2365117" cy="141907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Comparison: FinGPT vs FinBERT vs Toolformer-like model.</a:t>
          </a:r>
        </a:p>
      </dsp:txBody>
      <dsp:txXfrm>
        <a:off x="5824470" y="2368390"/>
        <a:ext cx="2365117" cy="14190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FB912-6320-40DB-A097-8BC94DE423B1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Expected Findings:</a:t>
          </a:r>
        </a:p>
      </dsp:txBody>
      <dsp:txXfrm>
        <a:off x="0" y="573683"/>
        <a:ext cx="2464593" cy="1478756"/>
      </dsp:txXfrm>
    </dsp:sp>
    <dsp:sp modelId="{548CD2AF-AD20-406A-90C7-6BEF9C7FF64B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Domain-specific LLMs excel in financial reasoning.</a:t>
          </a:r>
        </a:p>
      </dsp:txBody>
      <dsp:txXfrm>
        <a:off x="2711053" y="573683"/>
        <a:ext cx="2464593" cy="1478756"/>
      </dsp:txXfrm>
    </dsp:sp>
    <dsp:sp modelId="{F7A9DCF0-23FA-4E53-9D05-1CD1F2144B4F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Toolformer-style tuning enhances call accuracy.</a:t>
          </a:r>
        </a:p>
      </dsp:txBody>
      <dsp:txXfrm>
        <a:off x="5422106" y="573683"/>
        <a:ext cx="2464593" cy="1478756"/>
      </dsp:txXfrm>
    </dsp:sp>
    <dsp:sp modelId="{2BF37218-0891-43B6-B80E-80A653E12160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Combined approach = BloombergGPT-style performance.</a:t>
          </a:r>
        </a:p>
      </dsp:txBody>
      <dsp:txXfrm>
        <a:off x="1355526" y="2298898"/>
        <a:ext cx="2464593" cy="1478756"/>
      </dsp:txXfrm>
    </dsp:sp>
    <dsp:sp modelId="{4903267A-A471-4D68-B582-A63C70A6C9D6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Deliverables: comparative charts, qualitative analysis, limitations.</a:t>
          </a:r>
        </a:p>
      </dsp:txBody>
      <dsp:txXfrm>
        <a:off x="4066579" y="2298898"/>
        <a:ext cx="2464593" cy="14787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7652C-92A3-46A3-B741-6B43C0A0740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6F0B1-C5C3-4DA1-B100-AEAAB49D1B6C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1A728-9BA8-4D46-B8F5-0722370AC8E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✅ Simulated evaluation of BloombergGPT-style LLMs.</a:t>
          </a:r>
        </a:p>
      </dsp:txBody>
      <dsp:txXfrm>
        <a:off x="25435" y="2456402"/>
        <a:ext cx="1800000" cy="720000"/>
      </dsp:txXfrm>
    </dsp:sp>
    <dsp:sp modelId="{9ECD4D99-F3B1-401D-8DEA-BA5A017B118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6573B0-2714-4B7C-851D-E123B5FECC2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8AC0E-ED6F-4FCC-847F-4C2F6BD9E684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✅ Framework for financial tool use and function calling.</a:t>
          </a:r>
        </a:p>
      </dsp:txBody>
      <dsp:txXfrm>
        <a:off x="2140435" y="2456402"/>
        <a:ext cx="1800000" cy="720000"/>
      </dsp:txXfrm>
    </dsp:sp>
    <dsp:sp modelId="{A526ECD4-6403-4473-8B0C-5FF7B157BF1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41D1B-ECB6-43E3-BEC7-E063BE1A14F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C0573-7751-48AE-B98D-A4E89A5E23C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✅ Comparative study with open financial models.</a:t>
          </a:r>
        </a:p>
      </dsp:txBody>
      <dsp:txXfrm>
        <a:off x="4255435" y="2456402"/>
        <a:ext cx="1800000" cy="720000"/>
      </dsp:txXfrm>
    </dsp:sp>
    <dsp:sp modelId="{1448DA38-2619-444C-BFCD-301031D8ABD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F6771-59D6-4D48-BDE2-0B08BB20B3A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199B5-3819-424E-AE4A-42F6510C1B7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✅ Insights for practical AI-driven financial assistants.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4D216-0D1E-41D6-9C59-F801A6B479BE}">
      <dsp:nvSpPr>
        <dsp:cNvPr id="0" name=""/>
        <dsp:cNvSpPr/>
      </dsp:nvSpPr>
      <dsp:spPr>
        <a:xfrm>
          <a:off x="0" y="463215"/>
          <a:ext cx="5175384" cy="1484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Wu et al., BloombergGPT: A Large Language Model for Finance, arXiv:2303.17564 (2023).</a:t>
          </a:r>
        </a:p>
      </dsp:txBody>
      <dsp:txXfrm>
        <a:off x="72479" y="535694"/>
        <a:ext cx="5030426" cy="1339772"/>
      </dsp:txXfrm>
    </dsp:sp>
    <dsp:sp modelId="{799CF66E-E500-4CAC-9157-BFDFC5B21E6C}">
      <dsp:nvSpPr>
        <dsp:cNvPr id="0" name=""/>
        <dsp:cNvSpPr/>
      </dsp:nvSpPr>
      <dsp:spPr>
        <a:xfrm>
          <a:off x="0" y="2025705"/>
          <a:ext cx="5175384" cy="14847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Schick et al., Toolformer: LLMs Can Teach Themselves to Use Tools, NeurIPS (2023).</a:t>
          </a:r>
        </a:p>
      </dsp:txBody>
      <dsp:txXfrm>
        <a:off x="72479" y="2098184"/>
        <a:ext cx="5030426" cy="1339772"/>
      </dsp:txXfrm>
    </dsp:sp>
    <dsp:sp modelId="{6CA2BE25-9132-4244-80D5-2687191FC79B}">
      <dsp:nvSpPr>
        <dsp:cNvPr id="0" name=""/>
        <dsp:cNvSpPr/>
      </dsp:nvSpPr>
      <dsp:spPr>
        <a:xfrm>
          <a:off x="0" y="3588195"/>
          <a:ext cx="5175384" cy="14847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Keshri, BloombergGPT: Revolutionizing Finance with LLMs, IJARSCT (2025).</a:t>
          </a:r>
        </a:p>
      </dsp:txBody>
      <dsp:txXfrm>
        <a:off x="72479" y="3660674"/>
        <a:ext cx="5030426" cy="1339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397140FC-79B0-8980-2658-3E12D6286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00" r="20150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Evaluating BloombergGPT-Style Models for Financial Tool Use and Function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1000"/>
              </a:spcAft>
            </a:pPr>
            <a:r>
              <a:rPr lang="en-US" sz="1700"/>
              <a:t>Combining financial-domain LLMs with tool-use capabilities to perform reasoning and decision tasks.</a:t>
            </a:r>
          </a:p>
          <a:p>
            <a:pPr>
              <a:spcAft>
                <a:spcPts val="1000"/>
              </a:spcAft>
            </a:pPr>
            <a:r>
              <a:rPr lang="en-US" sz="1700"/>
              <a:t>Inspired by BloombergGPT (financial LLM) and Toolformer (tool-using LLM).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Research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1000"/>
              </a:spcAft>
            </a:pPr>
            <a:r>
              <a:rPr lang="en-US" sz="1700"/>
              <a:t>Finance involves vast unstructured data: reports, filings, news.</a:t>
            </a:r>
          </a:p>
          <a:p>
            <a:pPr>
              <a:spcAft>
                <a:spcPts val="1000"/>
              </a:spcAft>
            </a:pPr>
            <a:r>
              <a:rPr lang="en-US" sz="1700"/>
              <a:t>General LLMs lack domain precision and financial reasoning.</a:t>
            </a:r>
          </a:p>
          <a:p>
            <a:pPr>
              <a:spcAft>
                <a:spcPts val="1000"/>
              </a:spcAft>
            </a:pPr>
            <a:r>
              <a:rPr lang="en-US" sz="1700"/>
              <a:t>BloombergGPT improved domain specialization.</a:t>
            </a:r>
          </a:p>
          <a:p>
            <a:pPr>
              <a:spcAft>
                <a:spcPts val="1000"/>
              </a:spcAft>
            </a:pPr>
            <a:r>
              <a:rPr lang="en-US" sz="1700"/>
              <a:t>Toolformer demonstrated autonomous API/tool usage.</a:t>
            </a:r>
          </a:p>
          <a:p>
            <a:pPr>
              <a:spcAft>
                <a:spcPts val="1000"/>
              </a:spcAft>
            </a:pPr>
            <a:r>
              <a:rPr lang="en-US" sz="1700"/>
              <a:t>This work merges both ideas: financial tool-use simulation.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7037D443-CF09-92A3-AC05-ABF1A9C3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65" r="30344" b="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B5CA7-6242-66F4-00B2-D24E379A968C}"/>
              </a:ext>
            </a:extLst>
          </p:cNvPr>
          <p:cNvSpPr txBox="1"/>
          <p:nvPr/>
        </p:nvSpPr>
        <p:spPr>
          <a:xfrm>
            <a:off x="866661" y="2217343"/>
            <a:ext cx="7410669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Main Objective: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Evaluate the performance and capabilities of </a:t>
            </a:r>
            <a:r>
              <a:rPr lang="en-US" sz="1900" dirty="0" err="1"/>
              <a:t>BloombergGPT</a:t>
            </a:r>
            <a:r>
              <a:rPr lang="en-US" sz="1900" dirty="0"/>
              <a:t>-style language models for financial tool use and simulated function calling.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Specific Objectives: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900" dirty="0"/>
              <a:t>🧩 Simulate a function-calling environment using open-source financial LLMs such as </a:t>
            </a:r>
            <a:r>
              <a:rPr lang="en-US" sz="1900" dirty="0" err="1"/>
              <a:t>FinGPT</a:t>
            </a:r>
            <a:r>
              <a:rPr lang="en-US" sz="1900" dirty="0"/>
              <a:t> and </a:t>
            </a:r>
            <a:r>
              <a:rPr lang="en-US" sz="1900" dirty="0" err="1"/>
              <a:t>FinBERT</a:t>
            </a:r>
            <a:r>
              <a:rPr lang="en-US" sz="1900" dirty="0"/>
              <a:t>.⚙️ Evaluate how accurately these models identify, select, and execute the correct financial functions in realistic scenarios.📊 Compare reasoning performance across financial tasks — including sentiment analysis, stock prediction, and portfolio evaluation.💡 Identify key limitations and propose recommendations for improving tool-augmented financial LLMs.</a:t>
            </a:r>
          </a:p>
        </p:txBody>
      </p:sp>
    </p:spTree>
    <p:extLst>
      <p:ext uri="{BB962C8B-B14F-4D97-AF65-F5344CB8AC3E}">
        <p14:creationId xmlns:p14="http://schemas.microsoft.com/office/powerpoint/2010/main" val="293081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odel&#10;&#10;Description automatically generated">
            <a:extLst>
              <a:ext uri="{FF2B5EF4-FFF2-40B4-BE49-F238E27FC236}">
                <a16:creationId xmlns:a16="http://schemas.microsoft.com/office/drawing/2014/main" id="{D09837C9-BC03-6619-4766-23F4A0FA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78" y="0"/>
            <a:ext cx="63273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Step 1: Select Base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FAF99F-ADA6-83B0-7166-5FA3154945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07502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Step 2: Define Financial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pPr>
              <a:spcAft>
                <a:spcPts val="1000"/>
              </a:spcAft>
            </a:pPr>
            <a:r>
              <a:rPr lang="en-US" sz="1700" dirty="0"/>
              <a:t>Define local finance-related tools for reasoning tasks.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Examples: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• </a:t>
            </a:r>
            <a:r>
              <a:rPr lang="en-US" sz="1700" dirty="0" err="1"/>
              <a:t>get_stock_price</a:t>
            </a:r>
            <a:r>
              <a:rPr lang="en-US" sz="1700" dirty="0"/>
              <a:t>(symbol)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• </a:t>
            </a:r>
            <a:r>
              <a:rPr lang="en-US" sz="1700" dirty="0" err="1"/>
              <a:t>calculate_portfolio_risk</a:t>
            </a:r>
            <a:r>
              <a:rPr lang="en-US" sz="1700" dirty="0"/>
              <a:t>(weights, returns)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• </a:t>
            </a:r>
            <a:r>
              <a:rPr lang="en-US" sz="1700" dirty="0" err="1"/>
              <a:t>analyze_sentiment</a:t>
            </a:r>
            <a:r>
              <a:rPr lang="en-US" sz="1700" dirty="0"/>
              <a:t>(text)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• </a:t>
            </a:r>
            <a:r>
              <a:rPr lang="en-US" sz="1700" dirty="0" err="1"/>
              <a:t>summarize_report</a:t>
            </a:r>
            <a:r>
              <a:rPr lang="en-US" sz="1700" dirty="0"/>
              <a:t>(document)</a:t>
            </a:r>
          </a:p>
          <a:p>
            <a:pPr>
              <a:spcAft>
                <a:spcPts val="1000"/>
              </a:spcAft>
            </a:pPr>
            <a:r>
              <a:rPr lang="en-US" sz="1700" dirty="0"/>
              <a:t>Goal: Teach models to identify and call correct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Step 3: Generate Training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A73AC2-1BEF-F498-5AE4-8C44688B2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86302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Step 4: Fine-Tune the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78EAF3-C51B-6E19-9F52-00AA61A1E2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6861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Step 5: Generate Evaluation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71551F-442C-F73C-95CA-D151298D1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821152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Step 6: Evaluate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B08ADE-E44E-E9EC-120A-44945A93ED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5651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8FAF39-67E4-8A05-1D03-FD962704FD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188" r="2214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Step 7: Analyze Results &amp; Write Paper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D55FC84-EE67-4706-D276-AFC987105E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36533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Contributions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C32C3D-46DD-F4D6-758F-70F4BB144F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20599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D36151-E35A-1463-04B6-62B3ED400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154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635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Evaluating BloombergGPT-Style Models for Financial Tool Use and Function Calling</vt:lpstr>
      <vt:lpstr>Research Motivation</vt:lpstr>
      <vt:lpstr>PowerPoint Presentation</vt:lpstr>
      <vt:lpstr>PowerPoint Presentation</vt:lpstr>
      <vt:lpstr>Step 1: Select Base Model</vt:lpstr>
      <vt:lpstr>Step 2: Define Financial Tools</vt:lpstr>
      <vt:lpstr>Step 3: Generate Training Data</vt:lpstr>
      <vt:lpstr>Step 4: Fine-Tune the Model</vt:lpstr>
      <vt:lpstr>Step 5: Generate Evaluation Data</vt:lpstr>
      <vt:lpstr>Step 6: Evaluate Model</vt:lpstr>
      <vt:lpstr>Step 7: Analyze Results &amp; Write Paper</vt:lpstr>
      <vt:lpstr>Key Contributions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BloombergGPT-Style Models for Financial Tool Use and Function Calling</dc:title>
  <dc:subject/>
  <dc:creator/>
  <cp:keywords/>
  <dc:description>generated using python-pptx</dc:description>
  <cp:lastModifiedBy>EMON DAS</cp:lastModifiedBy>
  <cp:revision>5</cp:revision>
  <dcterms:created xsi:type="dcterms:W3CDTF">2013-01-27T09:14:16Z</dcterms:created>
  <dcterms:modified xsi:type="dcterms:W3CDTF">2025-11-03T17:32:23Z</dcterms:modified>
  <cp:category/>
</cp:coreProperties>
</file>